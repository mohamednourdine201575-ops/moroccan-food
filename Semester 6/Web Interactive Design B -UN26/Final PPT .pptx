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70" r:id="rId2"/>
    <p:sldId id="257" r:id="rId3"/>
    <p:sldId id="258" r:id="rId4"/>
    <p:sldId id="259" r:id="rId5"/>
    <p:sldId id="269" r:id="rId6"/>
    <p:sldId id="260" r:id="rId7"/>
    <p:sldId id="261" r:id="rId8"/>
    <p:sldId id="262" r:id="rId9"/>
    <p:sldId id="264" r:id="rId10"/>
    <p:sldId id="265" r:id="rId11"/>
    <p:sldId id="268" r:id="rId12"/>
    <p:sldId id="266" r:id="rId13"/>
    <p:sldId id="271" r:id="rId14"/>
    <p:sldId id="267" r:id="rId15"/>
  </p:sldIdLst>
  <p:sldSz cx="12192000" cy="6858000"/>
  <p:notesSz cx="6858000" cy="9144000"/>
  <p:defaultTextStyle>
    <a:defPPr>
      <a:defRPr lang="en-M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7982"/>
    <p:restoredTop sz="94748"/>
  </p:normalViewPr>
  <p:slideViewPr>
    <p:cSldViewPr snapToGrid="0">
      <p:cViewPr varScale="1">
        <p:scale>
          <a:sx n="69" d="100"/>
          <a:sy n="69" d="100"/>
        </p:scale>
        <p:origin x="232" y="1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2DA87B-E27D-B641-A959-D6CB7341F423}" type="datetimeFigureOut">
              <a:rPr lang="en-MA" smtClean="0"/>
              <a:t>20/6/2026</a:t>
            </a:fld>
            <a:endParaRPr lang="en-M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9DDF1D-216C-994A-8D61-7926DC401C10}" type="slidenum">
              <a:rPr lang="en-MA" smtClean="0"/>
              <a:t>‹#›</a:t>
            </a:fld>
            <a:endParaRPr lang="en-MA"/>
          </a:p>
        </p:txBody>
      </p:sp>
    </p:spTree>
    <p:extLst>
      <p:ext uri="{BB962C8B-B14F-4D97-AF65-F5344CB8AC3E}">
        <p14:creationId xmlns:p14="http://schemas.microsoft.com/office/powerpoint/2010/main" val="4014396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A"/>
          </a:p>
        </p:txBody>
      </p:sp>
      <p:sp>
        <p:nvSpPr>
          <p:cNvPr id="3" name="Notes Placeholder 2"/>
          <p:cNvSpPr>
            <a:spLocks noGrp="1"/>
          </p:cNvSpPr>
          <p:nvPr>
            <p:ph type="body" idx="1"/>
          </p:nvPr>
        </p:nvSpPr>
        <p:spPr/>
        <p:txBody>
          <a:bodyPr/>
          <a:lstStyle/>
          <a:p>
            <a:endParaRPr lang="en-MA" dirty="0"/>
          </a:p>
        </p:txBody>
      </p:sp>
      <p:sp>
        <p:nvSpPr>
          <p:cNvPr id="4" name="Slide Number Placeholder 3"/>
          <p:cNvSpPr>
            <a:spLocks noGrp="1"/>
          </p:cNvSpPr>
          <p:nvPr>
            <p:ph type="sldNum" sz="quarter" idx="5"/>
          </p:nvPr>
        </p:nvSpPr>
        <p:spPr/>
        <p:txBody>
          <a:bodyPr/>
          <a:lstStyle/>
          <a:p>
            <a:fld id="{76439222-DF42-E845-9355-4D0497A4DC7E}" type="slidenum">
              <a:rPr lang="en-MA" smtClean="0"/>
              <a:t>1</a:t>
            </a:fld>
            <a:endParaRPr lang="en-MA"/>
          </a:p>
        </p:txBody>
      </p:sp>
    </p:spTree>
    <p:extLst>
      <p:ext uri="{BB962C8B-B14F-4D97-AF65-F5344CB8AC3E}">
        <p14:creationId xmlns:p14="http://schemas.microsoft.com/office/powerpoint/2010/main" val="3153852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2587C-26A0-21CB-470F-C5C05AB8D7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A"/>
          </a:p>
        </p:txBody>
      </p:sp>
      <p:sp>
        <p:nvSpPr>
          <p:cNvPr id="3" name="Subtitle 2">
            <a:extLst>
              <a:ext uri="{FF2B5EF4-FFF2-40B4-BE49-F238E27FC236}">
                <a16:creationId xmlns:a16="http://schemas.microsoft.com/office/drawing/2014/main" id="{A3899D64-4D1E-34A2-5BDC-3CF4F6661A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A"/>
          </a:p>
        </p:txBody>
      </p:sp>
      <p:sp>
        <p:nvSpPr>
          <p:cNvPr id="4" name="Date Placeholder 3">
            <a:extLst>
              <a:ext uri="{FF2B5EF4-FFF2-40B4-BE49-F238E27FC236}">
                <a16:creationId xmlns:a16="http://schemas.microsoft.com/office/drawing/2014/main" id="{A0A35C2E-E9F0-977F-B886-27AAD0D9BE27}"/>
              </a:ext>
            </a:extLst>
          </p:cNvPr>
          <p:cNvSpPr>
            <a:spLocks noGrp="1"/>
          </p:cNvSpPr>
          <p:nvPr>
            <p:ph type="dt" sz="half" idx="10"/>
          </p:nvPr>
        </p:nvSpPr>
        <p:spPr/>
        <p:txBody>
          <a:bodyPr/>
          <a:lstStyle/>
          <a:p>
            <a:fld id="{5EDF75AB-8FC8-8A4E-ADA9-0FB364BBCF55}" type="datetimeFigureOut">
              <a:rPr lang="en-MA" smtClean="0"/>
              <a:t>20/6/2026</a:t>
            </a:fld>
            <a:endParaRPr lang="en-MA"/>
          </a:p>
        </p:txBody>
      </p:sp>
      <p:sp>
        <p:nvSpPr>
          <p:cNvPr id="5" name="Footer Placeholder 4">
            <a:extLst>
              <a:ext uri="{FF2B5EF4-FFF2-40B4-BE49-F238E27FC236}">
                <a16:creationId xmlns:a16="http://schemas.microsoft.com/office/drawing/2014/main" id="{FCBBF8AD-4E2E-2CC4-6A4F-B50D5C3834D8}"/>
              </a:ext>
            </a:extLst>
          </p:cNvPr>
          <p:cNvSpPr>
            <a:spLocks noGrp="1"/>
          </p:cNvSpPr>
          <p:nvPr>
            <p:ph type="ftr" sz="quarter" idx="11"/>
          </p:nvPr>
        </p:nvSpPr>
        <p:spPr/>
        <p:txBody>
          <a:bodyPr/>
          <a:lstStyle/>
          <a:p>
            <a:endParaRPr lang="en-MA"/>
          </a:p>
        </p:txBody>
      </p:sp>
      <p:sp>
        <p:nvSpPr>
          <p:cNvPr id="6" name="Slide Number Placeholder 5">
            <a:extLst>
              <a:ext uri="{FF2B5EF4-FFF2-40B4-BE49-F238E27FC236}">
                <a16:creationId xmlns:a16="http://schemas.microsoft.com/office/drawing/2014/main" id="{E7D8942F-2F46-B03D-5398-2D9642EBFDD8}"/>
              </a:ext>
            </a:extLst>
          </p:cNvPr>
          <p:cNvSpPr>
            <a:spLocks noGrp="1"/>
          </p:cNvSpPr>
          <p:nvPr>
            <p:ph type="sldNum" sz="quarter" idx="12"/>
          </p:nvPr>
        </p:nvSpPr>
        <p:spPr/>
        <p:txBody>
          <a:bodyPr/>
          <a:lstStyle/>
          <a:p>
            <a:fld id="{91035F20-9B33-E345-B014-9389B370C9D5}" type="slidenum">
              <a:rPr lang="en-MA" smtClean="0"/>
              <a:t>‹#›</a:t>
            </a:fld>
            <a:endParaRPr lang="en-MA"/>
          </a:p>
        </p:txBody>
      </p:sp>
    </p:spTree>
    <p:extLst>
      <p:ext uri="{BB962C8B-B14F-4D97-AF65-F5344CB8AC3E}">
        <p14:creationId xmlns:p14="http://schemas.microsoft.com/office/powerpoint/2010/main" val="1887214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CC9C4-93C1-5968-64A8-2F4DE915DE86}"/>
              </a:ext>
            </a:extLst>
          </p:cNvPr>
          <p:cNvSpPr>
            <a:spLocks noGrp="1"/>
          </p:cNvSpPr>
          <p:nvPr>
            <p:ph type="title"/>
          </p:nvPr>
        </p:nvSpPr>
        <p:spPr/>
        <p:txBody>
          <a:bodyPr/>
          <a:lstStyle/>
          <a:p>
            <a:r>
              <a:rPr lang="en-US"/>
              <a:t>Click to edit Master title style</a:t>
            </a:r>
            <a:endParaRPr lang="en-MA"/>
          </a:p>
        </p:txBody>
      </p:sp>
      <p:sp>
        <p:nvSpPr>
          <p:cNvPr id="3" name="Content Placeholder 2">
            <a:extLst>
              <a:ext uri="{FF2B5EF4-FFF2-40B4-BE49-F238E27FC236}">
                <a16:creationId xmlns:a16="http://schemas.microsoft.com/office/drawing/2014/main" id="{104D5D76-9FD6-5EF8-82C8-1A6F3621E9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Date Placeholder 3">
            <a:extLst>
              <a:ext uri="{FF2B5EF4-FFF2-40B4-BE49-F238E27FC236}">
                <a16:creationId xmlns:a16="http://schemas.microsoft.com/office/drawing/2014/main" id="{E59E6FB6-E703-0F04-3317-166761E60FD3}"/>
              </a:ext>
            </a:extLst>
          </p:cNvPr>
          <p:cNvSpPr>
            <a:spLocks noGrp="1"/>
          </p:cNvSpPr>
          <p:nvPr>
            <p:ph type="dt" sz="half" idx="10"/>
          </p:nvPr>
        </p:nvSpPr>
        <p:spPr/>
        <p:txBody>
          <a:bodyPr/>
          <a:lstStyle/>
          <a:p>
            <a:fld id="{5EDF75AB-8FC8-8A4E-ADA9-0FB364BBCF55}" type="datetimeFigureOut">
              <a:rPr lang="en-MA" smtClean="0"/>
              <a:t>20/6/2026</a:t>
            </a:fld>
            <a:endParaRPr lang="en-MA"/>
          </a:p>
        </p:txBody>
      </p:sp>
      <p:sp>
        <p:nvSpPr>
          <p:cNvPr id="5" name="Footer Placeholder 4">
            <a:extLst>
              <a:ext uri="{FF2B5EF4-FFF2-40B4-BE49-F238E27FC236}">
                <a16:creationId xmlns:a16="http://schemas.microsoft.com/office/drawing/2014/main" id="{288B7ADD-9A49-7218-75C7-063E405D9B31}"/>
              </a:ext>
            </a:extLst>
          </p:cNvPr>
          <p:cNvSpPr>
            <a:spLocks noGrp="1"/>
          </p:cNvSpPr>
          <p:nvPr>
            <p:ph type="ftr" sz="quarter" idx="11"/>
          </p:nvPr>
        </p:nvSpPr>
        <p:spPr/>
        <p:txBody>
          <a:bodyPr/>
          <a:lstStyle/>
          <a:p>
            <a:endParaRPr lang="en-MA"/>
          </a:p>
        </p:txBody>
      </p:sp>
      <p:sp>
        <p:nvSpPr>
          <p:cNvPr id="6" name="Slide Number Placeholder 5">
            <a:extLst>
              <a:ext uri="{FF2B5EF4-FFF2-40B4-BE49-F238E27FC236}">
                <a16:creationId xmlns:a16="http://schemas.microsoft.com/office/drawing/2014/main" id="{4F4EE2C2-FAF5-8845-A356-0655B081CA36}"/>
              </a:ext>
            </a:extLst>
          </p:cNvPr>
          <p:cNvSpPr>
            <a:spLocks noGrp="1"/>
          </p:cNvSpPr>
          <p:nvPr>
            <p:ph type="sldNum" sz="quarter" idx="12"/>
          </p:nvPr>
        </p:nvSpPr>
        <p:spPr/>
        <p:txBody>
          <a:bodyPr/>
          <a:lstStyle/>
          <a:p>
            <a:fld id="{91035F20-9B33-E345-B014-9389B370C9D5}" type="slidenum">
              <a:rPr lang="en-MA" smtClean="0"/>
              <a:t>‹#›</a:t>
            </a:fld>
            <a:endParaRPr lang="en-MA"/>
          </a:p>
        </p:txBody>
      </p:sp>
    </p:spTree>
    <p:extLst>
      <p:ext uri="{BB962C8B-B14F-4D97-AF65-F5344CB8AC3E}">
        <p14:creationId xmlns:p14="http://schemas.microsoft.com/office/powerpoint/2010/main" val="16483005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6CA9E-D4D6-F8E6-5A3D-0DDB192F240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A"/>
          </a:p>
        </p:txBody>
      </p:sp>
      <p:sp>
        <p:nvSpPr>
          <p:cNvPr id="3" name="Text Placeholder 2">
            <a:extLst>
              <a:ext uri="{FF2B5EF4-FFF2-40B4-BE49-F238E27FC236}">
                <a16:creationId xmlns:a16="http://schemas.microsoft.com/office/drawing/2014/main" id="{D266C46B-1341-550D-9B44-9D7703BB2DF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D77C09-D8DB-8F22-8496-72CDAB1F4C0C}"/>
              </a:ext>
            </a:extLst>
          </p:cNvPr>
          <p:cNvSpPr>
            <a:spLocks noGrp="1"/>
          </p:cNvSpPr>
          <p:nvPr>
            <p:ph type="dt" sz="half" idx="10"/>
          </p:nvPr>
        </p:nvSpPr>
        <p:spPr/>
        <p:txBody>
          <a:bodyPr/>
          <a:lstStyle/>
          <a:p>
            <a:fld id="{5EDF75AB-8FC8-8A4E-ADA9-0FB364BBCF55}" type="datetimeFigureOut">
              <a:rPr lang="en-MA" smtClean="0"/>
              <a:t>20/6/2026</a:t>
            </a:fld>
            <a:endParaRPr lang="en-MA"/>
          </a:p>
        </p:txBody>
      </p:sp>
      <p:sp>
        <p:nvSpPr>
          <p:cNvPr id="5" name="Footer Placeholder 4">
            <a:extLst>
              <a:ext uri="{FF2B5EF4-FFF2-40B4-BE49-F238E27FC236}">
                <a16:creationId xmlns:a16="http://schemas.microsoft.com/office/drawing/2014/main" id="{D426A7E5-F00A-31C7-F232-DD04950AF42C}"/>
              </a:ext>
            </a:extLst>
          </p:cNvPr>
          <p:cNvSpPr>
            <a:spLocks noGrp="1"/>
          </p:cNvSpPr>
          <p:nvPr>
            <p:ph type="ftr" sz="quarter" idx="11"/>
          </p:nvPr>
        </p:nvSpPr>
        <p:spPr/>
        <p:txBody>
          <a:bodyPr/>
          <a:lstStyle/>
          <a:p>
            <a:endParaRPr lang="en-MA"/>
          </a:p>
        </p:txBody>
      </p:sp>
      <p:sp>
        <p:nvSpPr>
          <p:cNvPr id="6" name="Slide Number Placeholder 5">
            <a:extLst>
              <a:ext uri="{FF2B5EF4-FFF2-40B4-BE49-F238E27FC236}">
                <a16:creationId xmlns:a16="http://schemas.microsoft.com/office/drawing/2014/main" id="{1E898C23-D9A6-7DF1-B593-1F539E0B3E3F}"/>
              </a:ext>
            </a:extLst>
          </p:cNvPr>
          <p:cNvSpPr>
            <a:spLocks noGrp="1"/>
          </p:cNvSpPr>
          <p:nvPr>
            <p:ph type="sldNum" sz="quarter" idx="12"/>
          </p:nvPr>
        </p:nvSpPr>
        <p:spPr/>
        <p:txBody>
          <a:bodyPr/>
          <a:lstStyle/>
          <a:p>
            <a:fld id="{91035F20-9B33-E345-B014-9389B370C9D5}" type="slidenum">
              <a:rPr lang="en-MA" smtClean="0"/>
              <a:t>‹#›</a:t>
            </a:fld>
            <a:endParaRPr lang="en-MA"/>
          </a:p>
        </p:txBody>
      </p:sp>
    </p:spTree>
    <p:extLst>
      <p:ext uri="{BB962C8B-B14F-4D97-AF65-F5344CB8AC3E}">
        <p14:creationId xmlns:p14="http://schemas.microsoft.com/office/powerpoint/2010/main" val="4245039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BBF9E-FA67-36E1-F406-227218D012AE}"/>
              </a:ext>
            </a:extLst>
          </p:cNvPr>
          <p:cNvSpPr>
            <a:spLocks noGrp="1"/>
          </p:cNvSpPr>
          <p:nvPr>
            <p:ph type="title"/>
          </p:nvPr>
        </p:nvSpPr>
        <p:spPr/>
        <p:txBody>
          <a:bodyPr/>
          <a:lstStyle/>
          <a:p>
            <a:r>
              <a:rPr lang="en-US"/>
              <a:t>Click to edit Master title style</a:t>
            </a:r>
            <a:endParaRPr lang="en-MA"/>
          </a:p>
        </p:txBody>
      </p:sp>
      <p:sp>
        <p:nvSpPr>
          <p:cNvPr id="3" name="Content Placeholder 2">
            <a:extLst>
              <a:ext uri="{FF2B5EF4-FFF2-40B4-BE49-F238E27FC236}">
                <a16:creationId xmlns:a16="http://schemas.microsoft.com/office/drawing/2014/main" id="{EE51E8F0-E1E4-3FDA-BA3C-E6DFC03AE6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Content Placeholder 3">
            <a:extLst>
              <a:ext uri="{FF2B5EF4-FFF2-40B4-BE49-F238E27FC236}">
                <a16:creationId xmlns:a16="http://schemas.microsoft.com/office/drawing/2014/main" id="{0DF8106B-EF2F-DFB0-61A1-15AF1D1EAF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5" name="Date Placeholder 4">
            <a:extLst>
              <a:ext uri="{FF2B5EF4-FFF2-40B4-BE49-F238E27FC236}">
                <a16:creationId xmlns:a16="http://schemas.microsoft.com/office/drawing/2014/main" id="{D396CC43-A09E-49A5-4410-0F1C0EF74EF8}"/>
              </a:ext>
            </a:extLst>
          </p:cNvPr>
          <p:cNvSpPr>
            <a:spLocks noGrp="1"/>
          </p:cNvSpPr>
          <p:nvPr>
            <p:ph type="dt" sz="half" idx="10"/>
          </p:nvPr>
        </p:nvSpPr>
        <p:spPr/>
        <p:txBody>
          <a:bodyPr/>
          <a:lstStyle/>
          <a:p>
            <a:fld id="{5EDF75AB-8FC8-8A4E-ADA9-0FB364BBCF55}" type="datetimeFigureOut">
              <a:rPr lang="en-MA" smtClean="0"/>
              <a:t>20/6/2026</a:t>
            </a:fld>
            <a:endParaRPr lang="en-MA"/>
          </a:p>
        </p:txBody>
      </p:sp>
      <p:sp>
        <p:nvSpPr>
          <p:cNvPr id="6" name="Footer Placeholder 5">
            <a:extLst>
              <a:ext uri="{FF2B5EF4-FFF2-40B4-BE49-F238E27FC236}">
                <a16:creationId xmlns:a16="http://schemas.microsoft.com/office/drawing/2014/main" id="{1CA9923B-B21E-F815-2E72-B06452869D65}"/>
              </a:ext>
            </a:extLst>
          </p:cNvPr>
          <p:cNvSpPr>
            <a:spLocks noGrp="1"/>
          </p:cNvSpPr>
          <p:nvPr>
            <p:ph type="ftr" sz="quarter" idx="11"/>
          </p:nvPr>
        </p:nvSpPr>
        <p:spPr/>
        <p:txBody>
          <a:bodyPr/>
          <a:lstStyle/>
          <a:p>
            <a:endParaRPr lang="en-MA"/>
          </a:p>
        </p:txBody>
      </p:sp>
      <p:sp>
        <p:nvSpPr>
          <p:cNvPr id="7" name="Slide Number Placeholder 6">
            <a:extLst>
              <a:ext uri="{FF2B5EF4-FFF2-40B4-BE49-F238E27FC236}">
                <a16:creationId xmlns:a16="http://schemas.microsoft.com/office/drawing/2014/main" id="{2B038216-4E3F-CE7C-724D-DA5005D7E0A3}"/>
              </a:ext>
            </a:extLst>
          </p:cNvPr>
          <p:cNvSpPr>
            <a:spLocks noGrp="1"/>
          </p:cNvSpPr>
          <p:nvPr>
            <p:ph type="sldNum" sz="quarter" idx="12"/>
          </p:nvPr>
        </p:nvSpPr>
        <p:spPr/>
        <p:txBody>
          <a:bodyPr/>
          <a:lstStyle/>
          <a:p>
            <a:fld id="{91035F20-9B33-E345-B014-9389B370C9D5}" type="slidenum">
              <a:rPr lang="en-MA" smtClean="0"/>
              <a:t>‹#›</a:t>
            </a:fld>
            <a:endParaRPr lang="en-MA"/>
          </a:p>
        </p:txBody>
      </p:sp>
    </p:spTree>
    <p:extLst>
      <p:ext uri="{BB962C8B-B14F-4D97-AF65-F5344CB8AC3E}">
        <p14:creationId xmlns:p14="http://schemas.microsoft.com/office/powerpoint/2010/main" val="199780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6BAB0-247E-A7BC-8B9A-A8F4F4514B2C}"/>
              </a:ext>
            </a:extLst>
          </p:cNvPr>
          <p:cNvSpPr>
            <a:spLocks noGrp="1"/>
          </p:cNvSpPr>
          <p:nvPr>
            <p:ph type="title"/>
          </p:nvPr>
        </p:nvSpPr>
        <p:spPr>
          <a:xfrm>
            <a:off x="839788" y="365125"/>
            <a:ext cx="10515600" cy="1325563"/>
          </a:xfrm>
        </p:spPr>
        <p:txBody>
          <a:bodyPr/>
          <a:lstStyle/>
          <a:p>
            <a:r>
              <a:rPr lang="en-US"/>
              <a:t>Click to edit Master title style</a:t>
            </a:r>
            <a:endParaRPr lang="en-MA"/>
          </a:p>
        </p:txBody>
      </p:sp>
      <p:sp>
        <p:nvSpPr>
          <p:cNvPr id="3" name="Text Placeholder 2">
            <a:extLst>
              <a:ext uri="{FF2B5EF4-FFF2-40B4-BE49-F238E27FC236}">
                <a16:creationId xmlns:a16="http://schemas.microsoft.com/office/drawing/2014/main" id="{3412E22A-B98D-CE77-59A4-7E4DDE7459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3615E2-55BC-1955-6A80-838B45DE1B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5" name="Text Placeholder 4">
            <a:extLst>
              <a:ext uri="{FF2B5EF4-FFF2-40B4-BE49-F238E27FC236}">
                <a16:creationId xmlns:a16="http://schemas.microsoft.com/office/drawing/2014/main" id="{F0F0BDCE-9A49-3F49-5496-25CBA4A37F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93D80A-02F2-1071-8EC4-BBF57CF3C6E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7" name="Date Placeholder 6">
            <a:extLst>
              <a:ext uri="{FF2B5EF4-FFF2-40B4-BE49-F238E27FC236}">
                <a16:creationId xmlns:a16="http://schemas.microsoft.com/office/drawing/2014/main" id="{731A5C48-DC40-4ADE-5F37-892CDB39A9ED}"/>
              </a:ext>
            </a:extLst>
          </p:cNvPr>
          <p:cNvSpPr>
            <a:spLocks noGrp="1"/>
          </p:cNvSpPr>
          <p:nvPr>
            <p:ph type="dt" sz="half" idx="10"/>
          </p:nvPr>
        </p:nvSpPr>
        <p:spPr/>
        <p:txBody>
          <a:bodyPr/>
          <a:lstStyle/>
          <a:p>
            <a:fld id="{5EDF75AB-8FC8-8A4E-ADA9-0FB364BBCF55}" type="datetimeFigureOut">
              <a:rPr lang="en-MA" smtClean="0"/>
              <a:t>20/6/2026</a:t>
            </a:fld>
            <a:endParaRPr lang="en-MA"/>
          </a:p>
        </p:txBody>
      </p:sp>
      <p:sp>
        <p:nvSpPr>
          <p:cNvPr id="8" name="Footer Placeholder 7">
            <a:extLst>
              <a:ext uri="{FF2B5EF4-FFF2-40B4-BE49-F238E27FC236}">
                <a16:creationId xmlns:a16="http://schemas.microsoft.com/office/drawing/2014/main" id="{751C1CF8-07F4-F6FB-4ABE-D933B86E0CB3}"/>
              </a:ext>
            </a:extLst>
          </p:cNvPr>
          <p:cNvSpPr>
            <a:spLocks noGrp="1"/>
          </p:cNvSpPr>
          <p:nvPr>
            <p:ph type="ftr" sz="quarter" idx="11"/>
          </p:nvPr>
        </p:nvSpPr>
        <p:spPr/>
        <p:txBody>
          <a:bodyPr/>
          <a:lstStyle/>
          <a:p>
            <a:endParaRPr lang="en-MA"/>
          </a:p>
        </p:txBody>
      </p:sp>
      <p:sp>
        <p:nvSpPr>
          <p:cNvPr id="9" name="Slide Number Placeholder 8">
            <a:extLst>
              <a:ext uri="{FF2B5EF4-FFF2-40B4-BE49-F238E27FC236}">
                <a16:creationId xmlns:a16="http://schemas.microsoft.com/office/drawing/2014/main" id="{A10B978E-12D4-EE23-6986-7B8944AFAB25}"/>
              </a:ext>
            </a:extLst>
          </p:cNvPr>
          <p:cNvSpPr>
            <a:spLocks noGrp="1"/>
          </p:cNvSpPr>
          <p:nvPr>
            <p:ph type="sldNum" sz="quarter" idx="12"/>
          </p:nvPr>
        </p:nvSpPr>
        <p:spPr/>
        <p:txBody>
          <a:bodyPr/>
          <a:lstStyle/>
          <a:p>
            <a:fld id="{91035F20-9B33-E345-B014-9389B370C9D5}" type="slidenum">
              <a:rPr lang="en-MA" smtClean="0"/>
              <a:t>‹#›</a:t>
            </a:fld>
            <a:endParaRPr lang="en-MA"/>
          </a:p>
        </p:txBody>
      </p:sp>
    </p:spTree>
    <p:extLst>
      <p:ext uri="{BB962C8B-B14F-4D97-AF65-F5344CB8AC3E}">
        <p14:creationId xmlns:p14="http://schemas.microsoft.com/office/powerpoint/2010/main" val="261058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1993B-0A2B-2240-2ED0-B96BBE2DFC05}"/>
              </a:ext>
            </a:extLst>
          </p:cNvPr>
          <p:cNvSpPr>
            <a:spLocks noGrp="1"/>
          </p:cNvSpPr>
          <p:nvPr>
            <p:ph type="title"/>
          </p:nvPr>
        </p:nvSpPr>
        <p:spPr/>
        <p:txBody>
          <a:bodyPr/>
          <a:lstStyle/>
          <a:p>
            <a:r>
              <a:rPr lang="en-US"/>
              <a:t>Click to edit Master title style</a:t>
            </a:r>
            <a:endParaRPr lang="en-MA"/>
          </a:p>
        </p:txBody>
      </p:sp>
      <p:sp>
        <p:nvSpPr>
          <p:cNvPr id="3" name="Date Placeholder 2">
            <a:extLst>
              <a:ext uri="{FF2B5EF4-FFF2-40B4-BE49-F238E27FC236}">
                <a16:creationId xmlns:a16="http://schemas.microsoft.com/office/drawing/2014/main" id="{B3BA64E8-047F-859D-4895-45F7D1D4DD94}"/>
              </a:ext>
            </a:extLst>
          </p:cNvPr>
          <p:cNvSpPr>
            <a:spLocks noGrp="1"/>
          </p:cNvSpPr>
          <p:nvPr>
            <p:ph type="dt" sz="half" idx="10"/>
          </p:nvPr>
        </p:nvSpPr>
        <p:spPr/>
        <p:txBody>
          <a:bodyPr/>
          <a:lstStyle/>
          <a:p>
            <a:fld id="{5EDF75AB-8FC8-8A4E-ADA9-0FB364BBCF55}" type="datetimeFigureOut">
              <a:rPr lang="en-MA" smtClean="0"/>
              <a:t>20/6/2026</a:t>
            </a:fld>
            <a:endParaRPr lang="en-MA"/>
          </a:p>
        </p:txBody>
      </p:sp>
      <p:sp>
        <p:nvSpPr>
          <p:cNvPr id="4" name="Footer Placeholder 3">
            <a:extLst>
              <a:ext uri="{FF2B5EF4-FFF2-40B4-BE49-F238E27FC236}">
                <a16:creationId xmlns:a16="http://schemas.microsoft.com/office/drawing/2014/main" id="{67FC40C9-AE6A-D143-0F6D-36D363D5E5EF}"/>
              </a:ext>
            </a:extLst>
          </p:cNvPr>
          <p:cNvSpPr>
            <a:spLocks noGrp="1"/>
          </p:cNvSpPr>
          <p:nvPr>
            <p:ph type="ftr" sz="quarter" idx="11"/>
          </p:nvPr>
        </p:nvSpPr>
        <p:spPr/>
        <p:txBody>
          <a:bodyPr/>
          <a:lstStyle/>
          <a:p>
            <a:endParaRPr lang="en-MA"/>
          </a:p>
        </p:txBody>
      </p:sp>
      <p:sp>
        <p:nvSpPr>
          <p:cNvPr id="5" name="Slide Number Placeholder 4">
            <a:extLst>
              <a:ext uri="{FF2B5EF4-FFF2-40B4-BE49-F238E27FC236}">
                <a16:creationId xmlns:a16="http://schemas.microsoft.com/office/drawing/2014/main" id="{5A724984-953A-6D69-CAC2-FFF611C9442D}"/>
              </a:ext>
            </a:extLst>
          </p:cNvPr>
          <p:cNvSpPr>
            <a:spLocks noGrp="1"/>
          </p:cNvSpPr>
          <p:nvPr>
            <p:ph type="sldNum" sz="quarter" idx="12"/>
          </p:nvPr>
        </p:nvSpPr>
        <p:spPr/>
        <p:txBody>
          <a:bodyPr/>
          <a:lstStyle/>
          <a:p>
            <a:fld id="{91035F20-9B33-E345-B014-9389B370C9D5}" type="slidenum">
              <a:rPr lang="en-MA" smtClean="0"/>
              <a:t>‹#›</a:t>
            </a:fld>
            <a:endParaRPr lang="en-MA"/>
          </a:p>
        </p:txBody>
      </p:sp>
    </p:spTree>
    <p:extLst>
      <p:ext uri="{BB962C8B-B14F-4D97-AF65-F5344CB8AC3E}">
        <p14:creationId xmlns:p14="http://schemas.microsoft.com/office/powerpoint/2010/main" val="1897083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CAA4C1-4EF1-AF4F-124C-E4FACBC1FD2B}"/>
              </a:ext>
            </a:extLst>
          </p:cNvPr>
          <p:cNvSpPr>
            <a:spLocks noGrp="1"/>
          </p:cNvSpPr>
          <p:nvPr>
            <p:ph type="dt" sz="half" idx="10"/>
          </p:nvPr>
        </p:nvSpPr>
        <p:spPr/>
        <p:txBody>
          <a:bodyPr/>
          <a:lstStyle/>
          <a:p>
            <a:fld id="{5EDF75AB-8FC8-8A4E-ADA9-0FB364BBCF55}" type="datetimeFigureOut">
              <a:rPr lang="en-MA" smtClean="0"/>
              <a:t>20/6/2026</a:t>
            </a:fld>
            <a:endParaRPr lang="en-MA"/>
          </a:p>
        </p:txBody>
      </p:sp>
      <p:sp>
        <p:nvSpPr>
          <p:cNvPr id="3" name="Footer Placeholder 2">
            <a:extLst>
              <a:ext uri="{FF2B5EF4-FFF2-40B4-BE49-F238E27FC236}">
                <a16:creationId xmlns:a16="http://schemas.microsoft.com/office/drawing/2014/main" id="{3F2DFE91-3C46-AD4D-17AD-866EB9C6FDFF}"/>
              </a:ext>
            </a:extLst>
          </p:cNvPr>
          <p:cNvSpPr>
            <a:spLocks noGrp="1"/>
          </p:cNvSpPr>
          <p:nvPr>
            <p:ph type="ftr" sz="quarter" idx="11"/>
          </p:nvPr>
        </p:nvSpPr>
        <p:spPr/>
        <p:txBody>
          <a:bodyPr/>
          <a:lstStyle/>
          <a:p>
            <a:endParaRPr lang="en-MA"/>
          </a:p>
        </p:txBody>
      </p:sp>
      <p:sp>
        <p:nvSpPr>
          <p:cNvPr id="4" name="Slide Number Placeholder 3">
            <a:extLst>
              <a:ext uri="{FF2B5EF4-FFF2-40B4-BE49-F238E27FC236}">
                <a16:creationId xmlns:a16="http://schemas.microsoft.com/office/drawing/2014/main" id="{13105757-5A61-8E9D-F605-A63C42527EDE}"/>
              </a:ext>
            </a:extLst>
          </p:cNvPr>
          <p:cNvSpPr>
            <a:spLocks noGrp="1"/>
          </p:cNvSpPr>
          <p:nvPr>
            <p:ph type="sldNum" sz="quarter" idx="12"/>
          </p:nvPr>
        </p:nvSpPr>
        <p:spPr/>
        <p:txBody>
          <a:bodyPr/>
          <a:lstStyle/>
          <a:p>
            <a:fld id="{91035F20-9B33-E345-B014-9389B370C9D5}" type="slidenum">
              <a:rPr lang="en-MA" smtClean="0"/>
              <a:t>‹#›</a:t>
            </a:fld>
            <a:endParaRPr lang="en-MA"/>
          </a:p>
        </p:txBody>
      </p:sp>
    </p:spTree>
    <p:extLst>
      <p:ext uri="{BB962C8B-B14F-4D97-AF65-F5344CB8AC3E}">
        <p14:creationId xmlns:p14="http://schemas.microsoft.com/office/powerpoint/2010/main" val="848456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50FF2-6D66-9742-0C0C-5EC14AAF22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A"/>
          </a:p>
        </p:txBody>
      </p:sp>
      <p:sp>
        <p:nvSpPr>
          <p:cNvPr id="3" name="Content Placeholder 2">
            <a:extLst>
              <a:ext uri="{FF2B5EF4-FFF2-40B4-BE49-F238E27FC236}">
                <a16:creationId xmlns:a16="http://schemas.microsoft.com/office/drawing/2014/main" id="{C473FCB4-333E-9CBE-868E-C1B8BFFBED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Text Placeholder 3">
            <a:extLst>
              <a:ext uri="{FF2B5EF4-FFF2-40B4-BE49-F238E27FC236}">
                <a16:creationId xmlns:a16="http://schemas.microsoft.com/office/drawing/2014/main" id="{06D53377-BDE6-13AB-11CB-CB2ECE483D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49A8E5-C079-1917-FC11-6D595DB9B936}"/>
              </a:ext>
            </a:extLst>
          </p:cNvPr>
          <p:cNvSpPr>
            <a:spLocks noGrp="1"/>
          </p:cNvSpPr>
          <p:nvPr>
            <p:ph type="dt" sz="half" idx="10"/>
          </p:nvPr>
        </p:nvSpPr>
        <p:spPr/>
        <p:txBody>
          <a:bodyPr/>
          <a:lstStyle/>
          <a:p>
            <a:fld id="{5EDF75AB-8FC8-8A4E-ADA9-0FB364BBCF55}" type="datetimeFigureOut">
              <a:rPr lang="en-MA" smtClean="0"/>
              <a:t>20/6/2026</a:t>
            </a:fld>
            <a:endParaRPr lang="en-MA"/>
          </a:p>
        </p:txBody>
      </p:sp>
      <p:sp>
        <p:nvSpPr>
          <p:cNvPr id="6" name="Footer Placeholder 5">
            <a:extLst>
              <a:ext uri="{FF2B5EF4-FFF2-40B4-BE49-F238E27FC236}">
                <a16:creationId xmlns:a16="http://schemas.microsoft.com/office/drawing/2014/main" id="{6A2C4C38-53D7-182A-2EA4-AB6EC1F80122}"/>
              </a:ext>
            </a:extLst>
          </p:cNvPr>
          <p:cNvSpPr>
            <a:spLocks noGrp="1"/>
          </p:cNvSpPr>
          <p:nvPr>
            <p:ph type="ftr" sz="quarter" idx="11"/>
          </p:nvPr>
        </p:nvSpPr>
        <p:spPr/>
        <p:txBody>
          <a:bodyPr/>
          <a:lstStyle/>
          <a:p>
            <a:endParaRPr lang="en-MA"/>
          </a:p>
        </p:txBody>
      </p:sp>
      <p:sp>
        <p:nvSpPr>
          <p:cNvPr id="7" name="Slide Number Placeholder 6">
            <a:extLst>
              <a:ext uri="{FF2B5EF4-FFF2-40B4-BE49-F238E27FC236}">
                <a16:creationId xmlns:a16="http://schemas.microsoft.com/office/drawing/2014/main" id="{9EA16DE8-C159-508C-5939-548636BA322F}"/>
              </a:ext>
            </a:extLst>
          </p:cNvPr>
          <p:cNvSpPr>
            <a:spLocks noGrp="1"/>
          </p:cNvSpPr>
          <p:nvPr>
            <p:ph type="sldNum" sz="quarter" idx="12"/>
          </p:nvPr>
        </p:nvSpPr>
        <p:spPr/>
        <p:txBody>
          <a:bodyPr/>
          <a:lstStyle/>
          <a:p>
            <a:fld id="{91035F20-9B33-E345-B014-9389B370C9D5}" type="slidenum">
              <a:rPr lang="en-MA" smtClean="0"/>
              <a:t>‹#›</a:t>
            </a:fld>
            <a:endParaRPr lang="en-MA"/>
          </a:p>
        </p:txBody>
      </p:sp>
    </p:spTree>
    <p:extLst>
      <p:ext uri="{BB962C8B-B14F-4D97-AF65-F5344CB8AC3E}">
        <p14:creationId xmlns:p14="http://schemas.microsoft.com/office/powerpoint/2010/main" val="3531460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2C91A-4036-A8F5-C510-9BC46E4C3A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A"/>
          </a:p>
        </p:txBody>
      </p:sp>
      <p:sp>
        <p:nvSpPr>
          <p:cNvPr id="3" name="Picture Placeholder 2">
            <a:extLst>
              <a:ext uri="{FF2B5EF4-FFF2-40B4-BE49-F238E27FC236}">
                <a16:creationId xmlns:a16="http://schemas.microsoft.com/office/drawing/2014/main" id="{70FD39C3-F781-C4BD-CDE2-EEAD00243A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A"/>
          </a:p>
        </p:txBody>
      </p:sp>
      <p:sp>
        <p:nvSpPr>
          <p:cNvPr id="4" name="Text Placeholder 3">
            <a:extLst>
              <a:ext uri="{FF2B5EF4-FFF2-40B4-BE49-F238E27FC236}">
                <a16:creationId xmlns:a16="http://schemas.microsoft.com/office/drawing/2014/main" id="{33955805-81AB-DADB-31A3-FE5A54C6D2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FD713B-C12A-348E-2BEA-2865387D085F}"/>
              </a:ext>
            </a:extLst>
          </p:cNvPr>
          <p:cNvSpPr>
            <a:spLocks noGrp="1"/>
          </p:cNvSpPr>
          <p:nvPr>
            <p:ph type="dt" sz="half" idx="10"/>
          </p:nvPr>
        </p:nvSpPr>
        <p:spPr/>
        <p:txBody>
          <a:bodyPr/>
          <a:lstStyle/>
          <a:p>
            <a:fld id="{5EDF75AB-8FC8-8A4E-ADA9-0FB364BBCF55}" type="datetimeFigureOut">
              <a:rPr lang="en-MA" smtClean="0"/>
              <a:t>20/6/2026</a:t>
            </a:fld>
            <a:endParaRPr lang="en-MA"/>
          </a:p>
        </p:txBody>
      </p:sp>
      <p:sp>
        <p:nvSpPr>
          <p:cNvPr id="6" name="Footer Placeholder 5">
            <a:extLst>
              <a:ext uri="{FF2B5EF4-FFF2-40B4-BE49-F238E27FC236}">
                <a16:creationId xmlns:a16="http://schemas.microsoft.com/office/drawing/2014/main" id="{847D55BA-39AE-9131-326B-BC58BB8AF9C3}"/>
              </a:ext>
            </a:extLst>
          </p:cNvPr>
          <p:cNvSpPr>
            <a:spLocks noGrp="1"/>
          </p:cNvSpPr>
          <p:nvPr>
            <p:ph type="ftr" sz="quarter" idx="11"/>
          </p:nvPr>
        </p:nvSpPr>
        <p:spPr/>
        <p:txBody>
          <a:bodyPr/>
          <a:lstStyle/>
          <a:p>
            <a:endParaRPr lang="en-MA"/>
          </a:p>
        </p:txBody>
      </p:sp>
      <p:sp>
        <p:nvSpPr>
          <p:cNvPr id="7" name="Slide Number Placeholder 6">
            <a:extLst>
              <a:ext uri="{FF2B5EF4-FFF2-40B4-BE49-F238E27FC236}">
                <a16:creationId xmlns:a16="http://schemas.microsoft.com/office/drawing/2014/main" id="{0A411755-94E9-BA51-B154-46F1F9DEC2D1}"/>
              </a:ext>
            </a:extLst>
          </p:cNvPr>
          <p:cNvSpPr>
            <a:spLocks noGrp="1"/>
          </p:cNvSpPr>
          <p:nvPr>
            <p:ph type="sldNum" sz="quarter" idx="12"/>
          </p:nvPr>
        </p:nvSpPr>
        <p:spPr/>
        <p:txBody>
          <a:bodyPr/>
          <a:lstStyle/>
          <a:p>
            <a:fld id="{91035F20-9B33-E345-B014-9389B370C9D5}" type="slidenum">
              <a:rPr lang="en-MA" smtClean="0"/>
              <a:t>‹#›</a:t>
            </a:fld>
            <a:endParaRPr lang="en-MA"/>
          </a:p>
        </p:txBody>
      </p:sp>
    </p:spTree>
    <p:extLst>
      <p:ext uri="{BB962C8B-B14F-4D97-AF65-F5344CB8AC3E}">
        <p14:creationId xmlns:p14="http://schemas.microsoft.com/office/powerpoint/2010/main" val="36393419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99007-D54C-7D16-0D47-88BC9C0BEFEC}"/>
              </a:ext>
            </a:extLst>
          </p:cNvPr>
          <p:cNvSpPr>
            <a:spLocks noGrp="1"/>
          </p:cNvSpPr>
          <p:nvPr>
            <p:ph type="title"/>
          </p:nvPr>
        </p:nvSpPr>
        <p:spPr/>
        <p:txBody>
          <a:bodyPr/>
          <a:lstStyle/>
          <a:p>
            <a:r>
              <a:rPr lang="en-US"/>
              <a:t>Click to edit Master title style</a:t>
            </a:r>
            <a:endParaRPr lang="en-MA"/>
          </a:p>
        </p:txBody>
      </p:sp>
      <p:sp>
        <p:nvSpPr>
          <p:cNvPr id="3" name="Vertical Text Placeholder 2">
            <a:extLst>
              <a:ext uri="{FF2B5EF4-FFF2-40B4-BE49-F238E27FC236}">
                <a16:creationId xmlns:a16="http://schemas.microsoft.com/office/drawing/2014/main" id="{F7DA1B38-B74B-0EC0-EF01-C1522F984A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Date Placeholder 3">
            <a:extLst>
              <a:ext uri="{FF2B5EF4-FFF2-40B4-BE49-F238E27FC236}">
                <a16:creationId xmlns:a16="http://schemas.microsoft.com/office/drawing/2014/main" id="{F7CD737A-1850-1921-DF84-CD20FE37EAFD}"/>
              </a:ext>
            </a:extLst>
          </p:cNvPr>
          <p:cNvSpPr>
            <a:spLocks noGrp="1"/>
          </p:cNvSpPr>
          <p:nvPr>
            <p:ph type="dt" sz="half" idx="10"/>
          </p:nvPr>
        </p:nvSpPr>
        <p:spPr/>
        <p:txBody>
          <a:bodyPr/>
          <a:lstStyle/>
          <a:p>
            <a:fld id="{5EDF75AB-8FC8-8A4E-ADA9-0FB364BBCF55}" type="datetimeFigureOut">
              <a:rPr lang="en-MA" smtClean="0"/>
              <a:t>20/6/2026</a:t>
            </a:fld>
            <a:endParaRPr lang="en-MA"/>
          </a:p>
        </p:txBody>
      </p:sp>
      <p:sp>
        <p:nvSpPr>
          <p:cNvPr id="5" name="Footer Placeholder 4">
            <a:extLst>
              <a:ext uri="{FF2B5EF4-FFF2-40B4-BE49-F238E27FC236}">
                <a16:creationId xmlns:a16="http://schemas.microsoft.com/office/drawing/2014/main" id="{8412BE42-5A37-F89F-973F-CC1E32CAF888}"/>
              </a:ext>
            </a:extLst>
          </p:cNvPr>
          <p:cNvSpPr>
            <a:spLocks noGrp="1"/>
          </p:cNvSpPr>
          <p:nvPr>
            <p:ph type="ftr" sz="quarter" idx="11"/>
          </p:nvPr>
        </p:nvSpPr>
        <p:spPr/>
        <p:txBody>
          <a:bodyPr/>
          <a:lstStyle/>
          <a:p>
            <a:endParaRPr lang="en-MA"/>
          </a:p>
        </p:txBody>
      </p:sp>
      <p:sp>
        <p:nvSpPr>
          <p:cNvPr id="6" name="Slide Number Placeholder 5">
            <a:extLst>
              <a:ext uri="{FF2B5EF4-FFF2-40B4-BE49-F238E27FC236}">
                <a16:creationId xmlns:a16="http://schemas.microsoft.com/office/drawing/2014/main" id="{C6FB4803-3E3D-E679-6A9E-B43CF108B8AB}"/>
              </a:ext>
            </a:extLst>
          </p:cNvPr>
          <p:cNvSpPr>
            <a:spLocks noGrp="1"/>
          </p:cNvSpPr>
          <p:nvPr>
            <p:ph type="sldNum" sz="quarter" idx="12"/>
          </p:nvPr>
        </p:nvSpPr>
        <p:spPr/>
        <p:txBody>
          <a:bodyPr/>
          <a:lstStyle/>
          <a:p>
            <a:fld id="{91035F20-9B33-E345-B014-9389B370C9D5}" type="slidenum">
              <a:rPr lang="en-MA" smtClean="0"/>
              <a:t>‹#›</a:t>
            </a:fld>
            <a:endParaRPr lang="en-MA"/>
          </a:p>
        </p:txBody>
      </p:sp>
    </p:spTree>
    <p:extLst>
      <p:ext uri="{BB962C8B-B14F-4D97-AF65-F5344CB8AC3E}">
        <p14:creationId xmlns:p14="http://schemas.microsoft.com/office/powerpoint/2010/main" val="171653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11E51C-A06D-B66C-E1F7-5166DC4B2FA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A"/>
          </a:p>
        </p:txBody>
      </p:sp>
      <p:sp>
        <p:nvSpPr>
          <p:cNvPr id="3" name="Vertical Text Placeholder 2">
            <a:extLst>
              <a:ext uri="{FF2B5EF4-FFF2-40B4-BE49-F238E27FC236}">
                <a16:creationId xmlns:a16="http://schemas.microsoft.com/office/drawing/2014/main" id="{277BF681-85D4-6A60-BC35-B51BB168C58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Date Placeholder 3">
            <a:extLst>
              <a:ext uri="{FF2B5EF4-FFF2-40B4-BE49-F238E27FC236}">
                <a16:creationId xmlns:a16="http://schemas.microsoft.com/office/drawing/2014/main" id="{F66683D9-CE7B-CF62-11FB-A9E0B78763A3}"/>
              </a:ext>
            </a:extLst>
          </p:cNvPr>
          <p:cNvSpPr>
            <a:spLocks noGrp="1"/>
          </p:cNvSpPr>
          <p:nvPr>
            <p:ph type="dt" sz="half" idx="10"/>
          </p:nvPr>
        </p:nvSpPr>
        <p:spPr/>
        <p:txBody>
          <a:bodyPr/>
          <a:lstStyle/>
          <a:p>
            <a:fld id="{5EDF75AB-8FC8-8A4E-ADA9-0FB364BBCF55}" type="datetimeFigureOut">
              <a:rPr lang="en-MA" smtClean="0"/>
              <a:t>20/6/2026</a:t>
            </a:fld>
            <a:endParaRPr lang="en-MA"/>
          </a:p>
        </p:txBody>
      </p:sp>
      <p:sp>
        <p:nvSpPr>
          <p:cNvPr id="5" name="Footer Placeholder 4">
            <a:extLst>
              <a:ext uri="{FF2B5EF4-FFF2-40B4-BE49-F238E27FC236}">
                <a16:creationId xmlns:a16="http://schemas.microsoft.com/office/drawing/2014/main" id="{6F433824-A6FA-CE8B-983F-8D4E6459FE38}"/>
              </a:ext>
            </a:extLst>
          </p:cNvPr>
          <p:cNvSpPr>
            <a:spLocks noGrp="1"/>
          </p:cNvSpPr>
          <p:nvPr>
            <p:ph type="ftr" sz="quarter" idx="11"/>
          </p:nvPr>
        </p:nvSpPr>
        <p:spPr/>
        <p:txBody>
          <a:bodyPr/>
          <a:lstStyle/>
          <a:p>
            <a:endParaRPr lang="en-MA"/>
          </a:p>
        </p:txBody>
      </p:sp>
      <p:sp>
        <p:nvSpPr>
          <p:cNvPr id="6" name="Slide Number Placeholder 5">
            <a:extLst>
              <a:ext uri="{FF2B5EF4-FFF2-40B4-BE49-F238E27FC236}">
                <a16:creationId xmlns:a16="http://schemas.microsoft.com/office/drawing/2014/main" id="{58BEDB19-0CAF-F5C0-DC06-D471F5A517AE}"/>
              </a:ext>
            </a:extLst>
          </p:cNvPr>
          <p:cNvSpPr>
            <a:spLocks noGrp="1"/>
          </p:cNvSpPr>
          <p:nvPr>
            <p:ph type="sldNum" sz="quarter" idx="12"/>
          </p:nvPr>
        </p:nvSpPr>
        <p:spPr/>
        <p:txBody>
          <a:bodyPr/>
          <a:lstStyle/>
          <a:p>
            <a:fld id="{91035F20-9B33-E345-B014-9389B370C9D5}" type="slidenum">
              <a:rPr lang="en-MA" smtClean="0"/>
              <a:t>‹#›</a:t>
            </a:fld>
            <a:endParaRPr lang="en-MA"/>
          </a:p>
        </p:txBody>
      </p:sp>
    </p:spTree>
    <p:extLst>
      <p:ext uri="{BB962C8B-B14F-4D97-AF65-F5344CB8AC3E}">
        <p14:creationId xmlns:p14="http://schemas.microsoft.com/office/powerpoint/2010/main" val="998749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954A42-8311-597A-80AE-8800203A1F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A"/>
          </a:p>
        </p:txBody>
      </p:sp>
      <p:sp>
        <p:nvSpPr>
          <p:cNvPr id="3" name="Text Placeholder 2">
            <a:extLst>
              <a:ext uri="{FF2B5EF4-FFF2-40B4-BE49-F238E27FC236}">
                <a16:creationId xmlns:a16="http://schemas.microsoft.com/office/drawing/2014/main" id="{6044C497-C1BD-3748-CA04-0705C7DC2F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Date Placeholder 3">
            <a:extLst>
              <a:ext uri="{FF2B5EF4-FFF2-40B4-BE49-F238E27FC236}">
                <a16:creationId xmlns:a16="http://schemas.microsoft.com/office/drawing/2014/main" id="{9838D16D-00C4-E7EC-7428-E9CC203409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EDF75AB-8FC8-8A4E-ADA9-0FB364BBCF55}" type="datetimeFigureOut">
              <a:rPr lang="en-MA" smtClean="0"/>
              <a:t>20/6/2026</a:t>
            </a:fld>
            <a:endParaRPr lang="en-MA"/>
          </a:p>
        </p:txBody>
      </p:sp>
      <p:sp>
        <p:nvSpPr>
          <p:cNvPr id="5" name="Footer Placeholder 4">
            <a:extLst>
              <a:ext uri="{FF2B5EF4-FFF2-40B4-BE49-F238E27FC236}">
                <a16:creationId xmlns:a16="http://schemas.microsoft.com/office/drawing/2014/main" id="{750C5FD3-F6E3-8471-D0AC-E82485A241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MA"/>
          </a:p>
        </p:txBody>
      </p:sp>
      <p:sp>
        <p:nvSpPr>
          <p:cNvPr id="6" name="Slide Number Placeholder 5">
            <a:extLst>
              <a:ext uri="{FF2B5EF4-FFF2-40B4-BE49-F238E27FC236}">
                <a16:creationId xmlns:a16="http://schemas.microsoft.com/office/drawing/2014/main" id="{309866C5-BBB7-49A5-C76B-C1D4BD81A8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035F20-9B33-E345-B014-9389B370C9D5}" type="slidenum">
              <a:rPr lang="en-MA" smtClean="0"/>
              <a:t>‹#›</a:t>
            </a:fld>
            <a:endParaRPr lang="en-MA"/>
          </a:p>
        </p:txBody>
      </p:sp>
    </p:spTree>
    <p:extLst>
      <p:ext uri="{BB962C8B-B14F-4D97-AF65-F5344CB8AC3E}">
        <p14:creationId xmlns:p14="http://schemas.microsoft.com/office/powerpoint/2010/main" val="33919854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M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NOURDINED-MED/Moroccan-food" TargetMode="External"/><Relationship Id="rId2" Type="http://schemas.openxmlformats.org/officeDocument/2006/relationships/hyperlink" Target="https://moroccan-food.onrender.com/" TargetMode="Externa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088FE8F-149F-0F89-DD8D-A4F676252783}"/>
              </a:ext>
            </a:extLst>
          </p:cNvPr>
          <p:cNvSpPr txBox="1"/>
          <p:nvPr/>
        </p:nvSpPr>
        <p:spPr>
          <a:xfrm>
            <a:off x="2717286" y="2482996"/>
            <a:ext cx="955839" cy="369332"/>
          </a:xfrm>
          <a:prstGeom prst="rect">
            <a:avLst/>
          </a:prstGeom>
          <a:noFill/>
        </p:spPr>
        <p:txBody>
          <a:bodyPr wrap="none" rtlCol="0">
            <a:spAutoFit/>
          </a:bodyPr>
          <a:lstStyle/>
          <a:p>
            <a:r>
              <a:rPr lang="en-MA" b="1" dirty="0">
                <a:latin typeface="Bangla MN" pitchFamily="2" charset="0"/>
                <a:cs typeface="Bangla MN" pitchFamily="2" charset="0"/>
              </a:rPr>
              <a:t>Topic:</a:t>
            </a:r>
            <a:endParaRPr lang="en-MA" dirty="0">
              <a:latin typeface="Bangla MN" pitchFamily="2" charset="0"/>
              <a:cs typeface="Bangla MN" pitchFamily="2" charset="0"/>
            </a:endParaRPr>
          </a:p>
        </p:txBody>
      </p:sp>
      <p:pic>
        <p:nvPicPr>
          <p:cNvPr id="10242" name="Picture 2" descr="A close up of a symbol&#10;&#10;AI-generated content may be incorrect.">
            <a:extLst>
              <a:ext uri="{FF2B5EF4-FFF2-40B4-BE49-F238E27FC236}">
                <a16:creationId xmlns:a16="http://schemas.microsoft.com/office/drawing/2014/main" id="{20B5BD18-F5F9-DFEB-D8F8-B706A65377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3337" y="314250"/>
            <a:ext cx="3724275" cy="895350"/>
          </a:xfrm>
          <a:prstGeom prst="rect">
            <a:avLst/>
          </a:prstGeom>
          <a:noFill/>
          <a:extLst>
            <a:ext uri="{909E8E84-426E-40DD-AFC4-6F175D3DCCD1}">
              <a14:hiddenFill xmlns:a14="http://schemas.microsoft.com/office/drawing/2010/main">
                <a:solidFill>
                  <a:srgbClr val="FFFFFF"/>
                </a:solidFill>
              </a14:hiddenFill>
            </a:ext>
          </a:extLst>
        </p:spPr>
      </p:pic>
      <p:pic>
        <p:nvPicPr>
          <p:cNvPr id="10241" name="Picture 1">
            <a:extLst>
              <a:ext uri="{FF2B5EF4-FFF2-40B4-BE49-F238E27FC236}">
                <a16:creationId xmlns:a16="http://schemas.microsoft.com/office/drawing/2014/main" id="{022DC7AA-C046-51C7-1A64-4CFEAFD393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2811" y="228600"/>
            <a:ext cx="1003901" cy="9864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F61605BB-027E-5B8E-18BB-482399241940}"/>
              </a:ext>
            </a:extLst>
          </p:cNvPr>
          <p:cNvSpPr>
            <a:spLocks noChangeArrowheads="1"/>
          </p:cNvSpPr>
          <p:nvPr/>
        </p:nvSpPr>
        <p:spPr bwMode="auto">
          <a:xfrm>
            <a:off x="141552" y="35403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MA"/>
          </a:p>
        </p:txBody>
      </p:sp>
      <p:sp>
        <p:nvSpPr>
          <p:cNvPr id="8" name="Rectangle 4">
            <a:extLst>
              <a:ext uri="{FF2B5EF4-FFF2-40B4-BE49-F238E27FC236}">
                <a16:creationId xmlns:a16="http://schemas.microsoft.com/office/drawing/2014/main" id="{BA20C2E2-4CB3-1BA5-96CF-2A36E50F9101}"/>
              </a:ext>
            </a:extLst>
          </p:cNvPr>
          <p:cNvSpPr>
            <a:spLocks noChangeArrowheads="1"/>
          </p:cNvSpPr>
          <p:nvPr/>
        </p:nvSpPr>
        <p:spPr bwMode="auto">
          <a:xfrm>
            <a:off x="1873000" y="1008433"/>
            <a:ext cx="79356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br>
              <a:rPr kumimoji="0" lang="en-MA" altLang="en-MA" sz="1800" b="0" i="0" u="none" strike="noStrike" cap="none" normalizeH="0" baseline="0" dirty="0">
                <a:ln>
                  <a:noFill/>
                </a:ln>
                <a:solidFill>
                  <a:schemeClr val="tx1"/>
                </a:solidFill>
                <a:effectLst/>
                <a:latin typeface="Arial" panose="020B0604020202020204" pitchFamily="34" charset="0"/>
              </a:rPr>
            </a:br>
            <a:endParaRPr kumimoji="0" lang="en-MA" altLang="en-MA" sz="18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MA" altLang="zh-CN" sz="1800" b="1" i="0" u="none" strike="noStrike" cap="none" normalizeH="0" baseline="0" dirty="0">
                <a:ln>
                  <a:noFill/>
                </a:ln>
                <a:solidFill>
                  <a:srgbClr val="0070C0"/>
                </a:solidFill>
                <a:effectLst/>
                <a:latin typeface="Bangla MN" pitchFamily="2" charset="0"/>
                <a:ea typeface="Aptos" panose="020B0004020202020204" pitchFamily="34" charset="0"/>
                <a:cs typeface="Bangla MN" pitchFamily="2" charset="0"/>
              </a:rPr>
              <a:t>SOUTHWEST UNIVERSITY OF SCIENCE AND TECHNOLOGY</a:t>
            </a:r>
            <a:endParaRPr kumimoji="0" lang="en-MA" altLang="zh-CN" sz="1000" b="0" i="0" u="none" strike="noStrike" cap="none" normalizeH="0" baseline="0" dirty="0">
              <a:ln>
                <a:noFill/>
              </a:ln>
              <a:solidFill>
                <a:schemeClr val="tx1"/>
              </a:solidFill>
              <a:effectLst/>
              <a:latin typeface="Bangla MN" pitchFamily="2" charset="0"/>
              <a:cs typeface="Bangla MN" pitchFamily="2" charset="0"/>
            </a:endParaRPr>
          </a:p>
        </p:txBody>
      </p:sp>
      <p:graphicFrame>
        <p:nvGraphicFramePr>
          <p:cNvPr id="20" name="Table 19">
            <a:extLst>
              <a:ext uri="{FF2B5EF4-FFF2-40B4-BE49-F238E27FC236}">
                <a16:creationId xmlns:a16="http://schemas.microsoft.com/office/drawing/2014/main" id="{3132577B-A80F-E746-7B7D-50236A3B84DF}"/>
              </a:ext>
            </a:extLst>
          </p:cNvPr>
          <p:cNvGraphicFramePr>
            <a:graphicFrameLocks noGrp="1"/>
          </p:cNvGraphicFramePr>
          <p:nvPr>
            <p:extLst>
              <p:ext uri="{D42A27DB-BD31-4B8C-83A1-F6EECF244321}">
                <p14:modId xmlns:p14="http://schemas.microsoft.com/office/powerpoint/2010/main" val="1996957202"/>
              </p:ext>
            </p:extLst>
          </p:nvPr>
        </p:nvGraphicFramePr>
        <p:xfrm>
          <a:off x="838200" y="3631962"/>
          <a:ext cx="10515600" cy="2834640"/>
        </p:xfrm>
        <a:graphic>
          <a:graphicData uri="http://schemas.openxmlformats.org/drawingml/2006/table">
            <a:tbl>
              <a:tblPr/>
              <a:tblGrid>
                <a:gridCol w="5257800">
                  <a:extLst>
                    <a:ext uri="{9D8B030D-6E8A-4147-A177-3AD203B41FA5}">
                      <a16:colId xmlns:a16="http://schemas.microsoft.com/office/drawing/2014/main" val="4100201954"/>
                    </a:ext>
                  </a:extLst>
                </a:gridCol>
                <a:gridCol w="5257800">
                  <a:extLst>
                    <a:ext uri="{9D8B030D-6E8A-4147-A177-3AD203B41FA5}">
                      <a16:colId xmlns:a16="http://schemas.microsoft.com/office/drawing/2014/main" val="3656408552"/>
                    </a:ext>
                  </a:extLst>
                </a:gridCol>
              </a:tblGrid>
              <a:tr h="0">
                <a:tc>
                  <a:txBody>
                    <a:bodyPr/>
                    <a:lstStyle/>
                    <a:p>
                      <a:pPr>
                        <a:buNone/>
                      </a:pPr>
                      <a:endParaRPr lang="en-US" b="1" dirty="0">
                        <a:solidFill>
                          <a:schemeClr val="tx1"/>
                        </a:solidFill>
                        <a:latin typeface="Bangla MN" pitchFamily="2" charset="0"/>
                        <a:cs typeface="Bangla MN" pitchFamily="2" charset="0"/>
                      </a:endParaRPr>
                    </a:p>
                  </a:txBody>
                  <a:tcPr anchor="ctr">
                    <a:lnL>
                      <a:noFill/>
                    </a:lnL>
                    <a:lnR>
                      <a:noFill/>
                    </a:lnR>
                    <a:lnT>
                      <a:noFill/>
                    </a:lnT>
                    <a:lnB>
                      <a:noFill/>
                    </a:lnB>
                    <a:noFill/>
                  </a:tcPr>
                </a:tc>
                <a:tc>
                  <a:txBody>
                    <a:bodyPr/>
                    <a:lstStyle/>
                    <a:p>
                      <a:pPr>
                        <a:buNone/>
                      </a:pPr>
                      <a:endParaRPr lang="en-US" dirty="0">
                        <a:latin typeface="Bangla MN" pitchFamily="2" charset="0"/>
                        <a:cs typeface="Bangla MN" pitchFamily="2" charset="0"/>
                      </a:endParaRPr>
                    </a:p>
                  </a:txBody>
                  <a:tcPr anchor="ctr">
                    <a:lnL>
                      <a:noFill/>
                    </a:lnL>
                    <a:lnR>
                      <a:noFill/>
                    </a:lnR>
                    <a:lnT>
                      <a:noFill/>
                    </a:lnT>
                    <a:lnB>
                      <a:noFill/>
                    </a:lnB>
                    <a:noFill/>
                  </a:tcPr>
                </a:tc>
                <a:extLst>
                  <a:ext uri="{0D108BD9-81ED-4DB2-BD59-A6C34878D82A}">
                    <a16:rowId xmlns:a16="http://schemas.microsoft.com/office/drawing/2014/main" val="3212340622"/>
                  </a:ext>
                </a:extLst>
              </a:tr>
              <a:tr h="0">
                <a:tc>
                  <a:txBody>
                    <a:bodyPr/>
                    <a:lstStyle/>
                    <a:p>
                      <a:pPr>
                        <a:buNone/>
                      </a:pPr>
                      <a:r>
                        <a:rPr lang="en-US" b="1" dirty="0">
                          <a:latin typeface="Bangla MN" pitchFamily="2" charset="0"/>
                          <a:cs typeface="Bangla MN" pitchFamily="2" charset="0"/>
                        </a:rPr>
                        <a:t>School                    :</a:t>
                      </a:r>
                      <a:endParaRPr lang="en-US" dirty="0">
                        <a:latin typeface="Bangla MN" pitchFamily="2" charset="0"/>
                        <a:cs typeface="Bangla MN" pitchFamily="2" charset="0"/>
                      </a:endParaRPr>
                    </a:p>
                  </a:txBody>
                  <a:tcPr anchor="ctr">
                    <a:lnL>
                      <a:noFill/>
                    </a:lnL>
                    <a:lnR>
                      <a:noFill/>
                    </a:lnR>
                    <a:lnT>
                      <a:noFill/>
                    </a:lnT>
                    <a:lnB>
                      <a:noFill/>
                    </a:lnB>
                    <a:noFill/>
                  </a:tcPr>
                </a:tc>
                <a:tc>
                  <a:txBody>
                    <a:bodyPr/>
                    <a:lstStyle/>
                    <a:p>
                      <a:pPr>
                        <a:buNone/>
                      </a:pPr>
                      <a:r>
                        <a:rPr lang="en-US">
                          <a:latin typeface="Bangla MN" pitchFamily="2" charset="0"/>
                          <a:cs typeface="Bangla MN" pitchFamily="2" charset="0"/>
                        </a:rPr>
                        <a:t>School of Computer Science and Technology</a:t>
                      </a:r>
                    </a:p>
                  </a:txBody>
                  <a:tcPr anchor="ctr">
                    <a:lnL>
                      <a:noFill/>
                    </a:lnL>
                    <a:lnR>
                      <a:noFill/>
                    </a:lnR>
                    <a:lnT>
                      <a:noFill/>
                    </a:lnT>
                    <a:lnB>
                      <a:noFill/>
                    </a:lnB>
                    <a:noFill/>
                  </a:tcPr>
                </a:tc>
                <a:extLst>
                  <a:ext uri="{0D108BD9-81ED-4DB2-BD59-A6C34878D82A}">
                    <a16:rowId xmlns:a16="http://schemas.microsoft.com/office/drawing/2014/main" val="2216608712"/>
                  </a:ext>
                </a:extLst>
              </a:tr>
              <a:tr h="0">
                <a:tc>
                  <a:txBody>
                    <a:bodyPr/>
                    <a:lstStyle/>
                    <a:p>
                      <a:pPr>
                        <a:buNone/>
                      </a:pPr>
                      <a:r>
                        <a:rPr lang="en-US" b="1" dirty="0">
                          <a:latin typeface="Bangla MN" pitchFamily="2" charset="0"/>
                          <a:cs typeface="Bangla MN" pitchFamily="2" charset="0"/>
                        </a:rPr>
                        <a:t>Name                      :</a:t>
                      </a:r>
                      <a:endParaRPr lang="en-US" dirty="0">
                        <a:latin typeface="Bangla MN" pitchFamily="2" charset="0"/>
                        <a:cs typeface="Bangla MN" pitchFamily="2" charset="0"/>
                      </a:endParaRPr>
                    </a:p>
                  </a:txBody>
                  <a:tcPr anchor="ctr">
                    <a:lnL>
                      <a:noFill/>
                    </a:lnL>
                    <a:lnR>
                      <a:noFill/>
                    </a:lnR>
                    <a:lnT>
                      <a:noFill/>
                    </a:lnT>
                    <a:lnB>
                      <a:noFill/>
                    </a:lnB>
                    <a:noFill/>
                  </a:tcPr>
                </a:tc>
                <a:tc>
                  <a:txBody>
                    <a:bodyPr/>
                    <a:lstStyle/>
                    <a:p>
                      <a:pPr>
                        <a:buNone/>
                      </a:pPr>
                      <a:r>
                        <a:rPr lang="en-US">
                          <a:latin typeface="Bangla MN" pitchFamily="2" charset="0"/>
                          <a:cs typeface="Bangla MN" pitchFamily="2" charset="0"/>
                        </a:rPr>
                        <a:t>NOURDINE MOHAMED</a:t>
                      </a:r>
                    </a:p>
                  </a:txBody>
                  <a:tcPr anchor="ctr">
                    <a:lnL>
                      <a:noFill/>
                    </a:lnL>
                    <a:lnR>
                      <a:noFill/>
                    </a:lnR>
                    <a:lnT>
                      <a:noFill/>
                    </a:lnT>
                    <a:lnB>
                      <a:noFill/>
                    </a:lnB>
                    <a:noFill/>
                  </a:tcPr>
                </a:tc>
                <a:extLst>
                  <a:ext uri="{0D108BD9-81ED-4DB2-BD59-A6C34878D82A}">
                    <a16:rowId xmlns:a16="http://schemas.microsoft.com/office/drawing/2014/main" val="3124279254"/>
                  </a:ext>
                </a:extLst>
              </a:tr>
              <a:tr h="0">
                <a:tc>
                  <a:txBody>
                    <a:bodyPr/>
                    <a:lstStyle/>
                    <a:p>
                      <a:pPr>
                        <a:buNone/>
                      </a:pPr>
                      <a:r>
                        <a:rPr lang="en-US" b="1" dirty="0">
                          <a:latin typeface="Bangla MN" pitchFamily="2" charset="0"/>
                          <a:cs typeface="Bangla MN" pitchFamily="2" charset="0"/>
                        </a:rPr>
                        <a:t>Student ID            :</a:t>
                      </a:r>
                      <a:endParaRPr lang="en-US" dirty="0">
                        <a:latin typeface="Bangla MN" pitchFamily="2" charset="0"/>
                        <a:cs typeface="Bangla MN" pitchFamily="2" charset="0"/>
                      </a:endParaRPr>
                    </a:p>
                  </a:txBody>
                  <a:tcPr anchor="ctr">
                    <a:lnL>
                      <a:noFill/>
                    </a:lnL>
                    <a:lnR>
                      <a:noFill/>
                    </a:lnR>
                    <a:lnT>
                      <a:noFill/>
                    </a:lnT>
                    <a:lnB>
                      <a:noFill/>
                    </a:lnB>
                    <a:noFill/>
                  </a:tcPr>
                </a:tc>
                <a:tc>
                  <a:txBody>
                    <a:bodyPr/>
                    <a:lstStyle/>
                    <a:p>
                      <a:pPr>
                        <a:buNone/>
                      </a:pPr>
                      <a:r>
                        <a:rPr lang="en-MA">
                          <a:latin typeface="Bangla MN" pitchFamily="2" charset="0"/>
                          <a:cs typeface="Bangla MN" pitchFamily="2" charset="0"/>
                        </a:rPr>
                        <a:t>4420230912</a:t>
                      </a:r>
                    </a:p>
                  </a:txBody>
                  <a:tcPr anchor="ctr">
                    <a:lnL>
                      <a:noFill/>
                    </a:lnL>
                    <a:lnR>
                      <a:noFill/>
                    </a:lnR>
                    <a:lnT>
                      <a:noFill/>
                    </a:lnT>
                    <a:lnB>
                      <a:noFill/>
                    </a:lnB>
                    <a:noFill/>
                  </a:tcPr>
                </a:tc>
                <a:extLst>
                  <a:ext uri="{0D108BD9-81ED-4DB2-BD59-A6C34878D82A}">
                    <a16:rowId xmlns:a16="http://schemas.microsoft.com/office/drawing/2014/main" val="4095730283"/>
                  </a:ext>
                </a:extLst>
              </a:tr>
              <a:tr h="0">
                <a:tc>
                  <a:txBody>
                    <a:bodyPr/>
                    <a:lstStyle/>
                    <a:p>
                      <a:pPr>
                        <a:buNone/>
                      </a:pPr>
                      <a:r>
                        <a:rPr lang="en-US" b="1" dirty="0">
                          <a:latin typeface="Bangla MN" pitchFamily="2" charset="0"/>
                          <a:cs typeface="Bangla MN" pitchFamily="2" charset="0"/>
                        </a:rPr>
                        <a:t>Subject Name    :</a:t>
                      </a:r>
                      <a:endParaRPr lang="en-US" dirty="0">
                        <a:latin typeface="Bangla MN" pitchFamily="2" charset="0"/>
                        <a:cs typeface="Bangla MN" pitchFamily="2" charset="0"/>
                      </a:endParaRPr>
                    </a:p>
                  </a:txBody>
                  <a:tcPr anchor="ctr">
                    <a:lnL>
                      <a:noFill/>
                    </a:lnL>
                    <a:lnR>
                      <a:noFill/>
                    </a:lnR>
                    <a:lnT>
                      <a:noFill/>
                    </a:lnT>
                    <a:lnB>
                      <a:noFill/>
                    </a:lnB>
                    <a:noFill/>
                  </a:tcPr>
                </a:tc>
                <a:tc>
                  <a:txBody>
                    <a:bodyPr/>
                    <a:lstStyle/>
                    <a:p>
                      <a:pPr>
                        <a:buNone/>
                      </a:pPr>
                      <a:r>
                        <a:rPr lang="en-US" dirty="0">
                          <a:latin typeface="Bangla MN" pitchFamily="2" charset="0"/>
                          <a:cs typeface="Bangla MN" pitchFamily="2" charset="0"/>
                        </a:rPr>
                        <a:t>Web Interactive Design </a:t>
                      </a:r>
                    </a:p>
                  </a:txBody>
                  <a:tcPr anchor="ctr">
                    <a:lnL>
                      <a:noFill/>
                    </a:lnL>
                    <a:lnR>
                      <a:noFill/>
                    </a:lnR>
                    <a:lnT>
                      <a:noFill/>
                    </a:lnT>
                    <a:lnB>
                      <a:noFill/>
                    </a:lnB>
                    <a:noFill/>
                  </a:tcPr>
                </a:tc>
                <a:extLst>
                  <a:ext uri="{0D108BD9-81ED-4DB2-BD59-A6C34878D82A}">
                    <a16:rowId xmlns:a16="http://schemas.microsoft.com/office/drawing/2014/main" val="316309895"/>
                  </a:ext>
                </a:extLst>
              </a:tr>
              <a:tr h="0">
                <a:tc>
                  <a:txBody>
                    <a:bodyPr/>
                    <a:lstStyle/>
                    <a:p>
                      <a:pPr>
                        <a:buNone/>
                      </a:pPr>
                      <a:r>
                        <a:rPr lang="en-US" b="1" dirty="0">
                          <a:latin typeface="Bangla MN" pitchFamily="2" charset="0"/>
                          <a:cs typeface="Bangla MN" pitchFamily="2" charset="0"/>
                        </a:rPr>
                        <a:t>Teacher Name    :</a:t>
                      </a:r>
                      <a:endParaRPr lang="en-US" dirty="0">
                        <a:latin typeface="Bangla MN" pitchFamily="2" charset="0"/>
                        <a:cs typeface="Bangla MN" pitchFamily="2" charset="0"/>
                      </a:endParaRPr>
                    </a:p>
                  </a:txBody>
                  <a:tcPr anchor="ctr">
                    <a:lnL>
                      <a:noFill/>
                    </a:lnL>
                    <a:lnR>
                      <a:noFill/>
                    </a:lnR>
                    <a:lnT>
                      <a:noFill/>
                    </a:lnT>
                    <a:lnB>
                      <a:noFill/>
                    </a:lnB>
                    <a:noFill/>
                  </a:tcPr>
                </a:tc>
                <a:tc>
                  <a:txBody>
                    <a:bodyPr/>
                    <a:lstStyle/>
                    <a:p>
                      <a:pPr>
                        <a:buNone/>
                      </a:pPr>
                      <a:r>
                        <a:rPr lang="en-US">
                          <a:latin typeface="Bangla MN" pitchFamily="2" charset="0"/>
                          <a:cs typeface="Bangla MN" pitchFamily="2" charset="0"/>
                        </a:rPr>
                        <a:t>MEMON MUHAMMAD HAMMAD </a:t>
                      </a:r>
                      <a:r>
                        <a:rPr lang="ja-JP" altLang="en-US">
                          <a:latin typeface="Bangla MN" pitchFamily="2" charset="0"/>
                          <a:cs typeface="Bangla MN" pitchFamily="2" charset="0"/>
                        </a:rPr>
                        <a:t>郝礼德</a:t>
                      </a:r>
                    </a:p>
                  </a:txBody>
                  <a:tcPr anchor="ctr">
                    <a:lnL>
                      <a:noFill/>
                    </a:lnL>
                    <a:lnR>
                      <a:noFill/>
                    </a:lnR>
                    <a:lnT>
                      <a:noFill/>
                    </a:lnT>
                    <a:lnB>
                      <a:noFill/>
                    </a:lnB>
                    <a:noFill/>
                  </a:tcPr>
                </a:tc>
                <a:extLst>
                  <a:ext uri="{0D108BD9-81ED-4DB2-BD59-A6C34878D82A}">
                    <a16:rowId xmlns:a16="http://schemas.microsoft.com/office/drawing/2014/main" val="1815398270"/>
                  </a:ext>
                </a:extLst>
              </a:tr>
              <a:tr h="0">
                <a:tc>
                  <a:txBody>
                    <a:bodyPr/>
                    <a:lstStyle/>
                    <a:p>
                      <a:pPr>
                        <a:buNone/>
                      </a:pPr>
                      <a:r>
                        <a:rPr lang="en-US" b="1" dirty="0">
                          <a:latin typeface="Bangla MN" pitchFamily="2" charset="0"/>
                          <a:cs typeface="Bangla MN" pitchFamily="2" charset="0"/>
                        </a:rPr>
                        <a:t>Date                         :</a:t>
                      </a:r>
                      <a:endParaRPr lang="en-US" dirty="0">
                        <a:latin typeface="Bangla MN" pitchFamily="2" charset="0"/>
                        <a:cs typeface="Bangla MN" pitchFamily="2" charset="0"/>
                      </a:endParaRPr>
                    </a:p>
                  </a:txBody>
                  <a:tcPr anchor="ctr">
                    <a:lnL>
                      <a:noFill/>
                    </a:lnL>
                    <a:lnR>
                      <a:noFill/>
                    </a:lnR>
                    <a:lnT>
                      <a:noFill/>
                    </a:lnT>
                    <a:lnB>
                      <a:noFill/>
                    </a:lnB>
                    <a:noFill/>
                  </a:tcPr>
                </a:tc>
                <a:tc>
                  <a:txBody>
                    <a:bodyPr/>
                    <a:lstStyle/>
                    <a:p>
                      <a:pPr>
                        <a:buNone/>
                      </a:pPr>
                      <a:r>
                        <a:rPr lang="en-MA">
                          <a:latin typeface="Bangla MN" pitchFamily="2" charset="0"/>
                          <a:cs typeface="Bangla MN" pitchFamily="2" charset="0"/>
                        </a:rPr>
                        <a:t>2026-06-22</a:t>
                      </a:r>
                      <a:endParaRPr lang="en-MA" dirty="0">
                        <a:latin typeface="Bangla MN" pitchFamily="2" charset="0"/>
                        <a:cs typeface="Bangla MN" pitchFamily="2" charset="0"/>
                      </a:endParaRPr>
                    </a:p>
                  </a:txBody>
                  <a:tcPr anchor="ctr">
                    <a:lnL>
                      <a:noFill/>
                    </a:lnL>
                    <a:lnR>
                      <a:noFill/>
                    </a:lnR>
                    <a:lnT>
                      <a:noFill/>
                    </a:lnT>
                    <a:lnB>
                      <a:noFill/>
                    </a:lnB>
                    <a:noFill/>
                  </a:tcPr>
                </a:tc>
                <a:extLst>
                  <a:ext uri="{0D108BD9-81ED-4DB2-BD59-A6C34878D82A}">
                    <a16:rowId xmlns:a16="http://schemas.microsoft.com/office/drawing/2014/main" val="1752429511"/>
                  </a:ext>
                </a:extLst>
              </a:tr>
            </a:tbl>
          </a:graphicData>
        </a:graphic>
      </p:graphicFrame>
      <p:sp>
        <p:nvSpPr>
          <p:cNvPr id="2" name="TextBox 1">
            <a:extLst>
              <a:ext uri="{FF2B5EF4-FFF2-40B4-BE49-F238E27FC236}">
                <a16:creationId xmlns:a16="http://schemas.microsoft.com/office/drawing/2014/main" id="{7D630E3F-130E-E40C-1EFE-DB535150B198}"/>
              </a:ext>
            </a:extLst>
          </p:cNvPr>
          <p:cNvSpPr txBox="1"/>
          <p:nvPr/>
        </p:nvSpPr>
        <p:spPr>
          <a:xfrm>
            <a:off x="3717183" y="2455874"/>
            <a:ext cx="5040739" cy="369332"/>
          </a:xfrm>
          <a:prstGeom prst="rect">
            <a:avLst/>
          </a:prstGeom>
          <a:noFill/>
        </p:spPr>
        <p:txBody>
          <a:bodyPr wrap="none" rtlCol="0">
            <a:spAutoFit/>
          </a:bodyPr>
          <a:lstStyle/>
          <a:p>
            <a:r>
              <a:rPr lang="en-US" u="sng" dirty="0">
                <a:latin typeface="Bangla MN" pitchFamily="2" charset="0"/>
                <a:cs typeface="Bangla MN" pitchFamily="2" charset="0"/>
              </a:rPr>
              <a:t>Moroccan Restaurant Ordering System</a:t>
            </a:r>
            <a:endParaRPr lang="en-MA" u="sng" dirty="0">
              <a:latin typeface="Bangla MN" pitchFamily="2" charset="0"/>
              <a:cs typeface="Bangla MN" pitchFamily="2" charset="0"/>
            </a:endParaRPr>
          </a:p>
        </p:txBody>
      </p:sp>
    </p:spTree>
    <p:extLst>
      <p:ext uri="{BB962C8B-B14F-4D97-AF65-F5344CB8AC3E}">
        <p14:creationId xmlns:p14="http://schemas.microsoft.com/office/powerpoint/2010/main" val="21971247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2EBFA83-D4DB-4CA0-B229-9E44634D7F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Picture 27">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30" name="Rectangle 29">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 name="Title 1">
            <a:extLst>
              <a:ext uri="{FF2B5EF4-FFF2-40B4-BE49-F238E27FC236}">
                <a16:creationId xmlns:a16="http://schemas.microsoft.com/office/drawing/2014/main" id="{6DAD3DF7-6B89-28E2-1C32-4839D5BE2AA0}"/>
              </a:ext>
            </a:extLst>
          </p:cNvPr>
          <p:cNvSpPr>
            <a:spLocks noGrp="1"/>
          </p:cNvSpPr>
          <p:nvPr>
            <p:ph type="title"/>
          </p:nvPr>
        </p:nvSpPr>
        <p:spPr>
          <a:xfrm>
            <a:off x="3454911" y="854632"/>
            <a:ext cx="4589328" cy="1600745"/>
          </a:xfrm>
        </p:spPr>
        <p:txBody>
          <a:bodyPr vert="horz" lIns="91440" tIns="45720" rIns="91440" bIns="45720" rtlCol="0" anchor="b">
            <a:normAutofit/>
          </a:bodyPr>
          <a:lstStyle/>
          <a:p>
            <a:r>
              <a:rPr lang="en-US" sz="4800" kern="1200" dirty="0">
                <a:solidFill>
                  <a:schemeClr val="tx1"/>
                </a:solidFill>
                <a:latin typeface="Bangla MN" pitchFamily="2" charset="0"/>
                <a:cs typeface="Bangla MN" pitchFamily="2" charset="0"/>
              </a:rPr>
              <a:t>Introduction</a:t>
            </a:r>
            <a:br>
              <a:rPr lang="en-US" sz="4800" kern="1200" dirty="0">
                <a:solidFill>
                  <a:schemeClr val="tx1"/>
                </a:solidFill>
                <a:latin typeface="Bangla MN" pitchFamily="2" charset="0"/>
                <a:cs typeface="Bangla MN" pitchFamily="2" charset="0"/>
              </a:rPr>
            </a:br>
            <a:endParaRPr lang="en-US" sz="4800" kern="1200" dirty="0">
              <a:solidFill>
                <a:schemeClr val="tx1"/>
              </a:solidFill>
              <a:latin typeface="Bangla MN" pitchFamily="2" charset="0"/>
              <a:cs typeface="Bangla MN" pitchFamily="2" charset="0"/>
            </a:endParaRPr>
          </a:p>
        </p:txBody>
      </p:sp>
      <p:sp>
        <p:nvSpPr>
          <p:cNvPr id="8" name="TextBox 7">
            <a:extLst>
              <a:ext uri="{FF2B5EF4-FFF2-40B4-BE49-F238E27FC236}">
                <a16:creationId xmlns:a16="http://schemas.microsoft.com/office/drawing/2014/main" id="{3CE5D7EC-751E-581F-12CC-C9A8AFCE6E30}"/>
              </a:ext>
            </a:extLst>
          </p:cNvPr>
          <p:cNvSpPr txBox="1"/>
          <p:nvPr/>
        </p:nvSpPr>
        <p:spPr>
          <a:xfrm>
            <a:off x="698848" y="1668780"/>
            <a:ext cx="4890421" cy="4460043"/>
          </a:xfrm>
          <a:prstGeom prst="rect">
            <a:avLst/>
          </a:prstGeom>
        </p:spPr>
        <p:txBody>
          <a:bodyPr vert="horz" lIns="91440" tIns="45720" rIns="91440" bIns="45720" rtlCol="0">
            <a:normAutofit fontScale="92500" lnSpcReduction="20000"/>
          </a:bodyPr>
          <a:lstStyle/>
          <a:p>
            <a:r>
              <a:rPr lang="en-US" sz="1200" b="1" dirty="0">
                <a:latin typeface="Times New Roman" panose="02020603050405020304" pitchFamily="18" charset="0"/>
                <a:cs typeface="Times New Roman" panose="02020603050405020304" pitchFamily="18" charset="0"/>
              </a:rPr>
              <a:t>Project Introduction</a:t>
            </a:r>
          </a:p>
          <a:p>
            <a:endParaRPr lang="en-US" sz="1200" b="1"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The Moroccan Restaurant Ordering System is a modern web-based platform developed to promote Moroccan cuisine and provide customers with a convenient online ordering experience.</a:t>
            </a:r>
          </a:p>
          <a:p>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Main Purpose</a:t>
            </a:r>
          </a:p>
          <a:p>
            <a:endParaRPr lang="en-US" sz="1200" b="1"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Allow customers to browse Moroccan dishes online. </a:t>
            </a:r>
          </a:p>
          <a:p>
            <a:r>
              <a:rPr lang="en-US" sz="1200" dirty="0">
                <a:latin typeface="Times New Roman" panose="02020603050405020304" pitchFamily="18" charset="0"/>
                <a:cs typeface="Times New Roman" panose="02020603050405020304" pitchFamily="18" charset="0"/>
              </a:rPr>
              <a:t>Enable users to place food orders easily. </a:t>
            </a:r>
          </a:p>
          <a:p>
            <a:r>
              <a:rPr lang="en-US" sz="1200" dirty="0">
                <a:latin typeface="Times New Roman" panose="02020603050405020304" pitchFamily="18" charset="0"/>
                <a:cs typeface="Times New Roman" panose="02020603050405020304" pitchFamily="18" charset="0"/>
              </a:rPr>
              <a:t>Provide an attractive and responsive interface. </a:t>
            </a:r>
          </a:p>
          <a:p>
            <a:r>
              <a:rPr lang="en-US" sz="1200" dirty="0">
                <a:latin typeface="Times New Roman" panose="02020603050405020304" pitchFamily="18" charset="0"/>
                <a:cs typeface="Times New Roman" panose="02020603050405020304" pitchFamily="18" charset="0"/>
              </a:rPr>
              <a:t>Improve customer engagement through interactive features. </a:t>
            </a:r>
          </a:p>
          <a:p>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Technologies Used</a:t>
            </a:r>
          </a:p>
          <a:p>
            <a:endParaRPr lang="en-US" sz="1200" b="1"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HTML5 </a:t>
            </a:r>
          </a:p>
          <a:p>
            <a:r>
              <a:rPr lang="en-US" sz="1200" dirty="0">
                <a:latin typeface="Times New Roman" panose="02020603050405020304" pitchFamily="18" charset="0"/>
                <a:cs typeface="Times New Roman" panose="02020603050405020304" pitchFamily="18" charset="0"/>
              </a:rPr>
              <a:t>CSS3 </a:t>
            </a:r>
          </a:p>
          <a:p>
            <a:r>
              <a:rPr lang="en-US" sz="1200" dirty="0">
                <a:latin typeface="Times New Roman" panose="02020603050405020304" pitchFamily="18" charset="0"/>
                <a:cs typeface="Times New Roman" panose="02020603050405020304" pitchFamily="18" charset="0"/>
              </a:rPr>
              <a:t>JavaScript </a:t>
            </a:r>
          </a:p>
          <a:p>
            <a:r>
              <a:rPr lang="en-US" sz="1200" dirty="0">
                <a:latin typeface="Times New Roman" panose="02020603050405020304" pitchFamily="18" charset="0"/>
                <a:cs typeface="Times New Roman" panose="02020603050405020304" pitchFamily="18" charset="0"/>
              </a:rPr>
              <a:t>React Framework </a:t>
            </a:r>
          </a:p>
          <a:p>
            <a:r>
              <a:rPr lang="en-US" sz="1200" dirty="0">
                <a:latin typeface="Times New Roman" panose="02020603050405020304" pitchFamily="18" charset="0"/>
                <a:cs typeface="Times New Roman" panose="02020603050405020304" pitchFamily="18" charset="0"/>
              </a:rPr>
              <a:t>Local Storage </a:t>
            </a:r>
          </a:p>
          <a:p>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Benefits</a:t>
            </a:r>
          </a:p>
          <a:p>
            <a:endParaRPr lang="en-US" sz="1200" b="1"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Easy access to restaurant menu </a:t>
            </a:r>
          </a:p>
          <a:p>
            <a:r>
              <a:rPr lang="en-US" sz="1200" dirty="0">
                <a:latin typeface="Times New Roman" panose="02020603050405020304" pitchFamily="18" charset="0"/>
                <a:cs typeface="Times New Roman" panose="02020603050405020304" pitchFamily="18" charset="0"/>
              </a:rPr>
              <a:t>Faster ordering process </a:t>
            </a:r>
          </a:p>
          <a:p>
            <a:r>
              <a:rPr lang="en-US" sz="1200" dirty="0">
                <a:latin typeface="Times New Roman" panose="02020603050405020304" pitchFamily="18" charset="0"/>
                <a:cs typeface="Times New Roman" panose="02020603050405020304" pitchFamily="18" charset="0"/>
              </a:rPr>
              <a:t>Improved customer satisfaction </a:t>
            </a:r>
          </a:p>
          <a:p>
            <a:r>
              <a:rPr lang="en-US" sz="1200" dirty="0">
                <a:latin typeface="Times New Roman" panose="02020603050405020304" pitchFamily="18" charset="0"/>
                <a:cs typeface="Times New Roman" panose="02020603050405020304" pitchFamily="18" charset="0"/>
              </a:rPr>
              <a:t>Mobile-friendly experience </a:t>
            </a:r>
          </a:p>
          <a:p>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"The project combines modern web technologies to create a complete online restaurant platform. It focuses on usability, responsiveness, and customer convenience."</a:t>
            </a:r>
          </a:p>
          <a:p>
            <a:pPr indent="-228600">
              <a:lnSpc>
                <a:spcPct val="90000"/>
              </a:lnSpc>
              <a:spcAft>
                <a:spcPts val="600"/>
              </a:spcAft>
              <a:buFont typeface="Arial" panose="020B0604020202020204" pitchFamily="34" charset="0"/>
              <a:buChar char="•"/>
            </a:pPr>
            <a:endParaRPr lang="en-US" sz="500" dirty="0"/>
          </a:p>
        </p:txBody>
      </p:sp>
      <p:pic>
        <p:nvPicPr>
          <p:cNvPr id="4" name="Picture 3" descr="A close up of food&#10;&#10;AI-generated content may be incorrect.">
            <a:extLst>
              <a:ext uri="{FF2B5EF4-FFF2-40B4-BE49-F238E27FC236}">
                <a16:creationId xmlns:a16="http://schemas.microsoft.com/office/drawing/2014/main" id="{F790E651-718D-E88E-3698-8A36C2167FE2}"/>
              </a:ext>
            </a:extLst>
          </p:cNvPr>
          <p:cNvPicPr>
            <a:picLocks noChangeAspect="1"/>
          </p:cNvPicPr>
          <p:nvPr/>
        </p:nvPicPr>
        <p:blipFill>
          <a:blip r:embed="rId3"/>
          <a:stretch>
            <a:fillRect/>
          </a:stretch>
        </p:blipFill>
        <p:spPr>
          <a:xfrm>
            <a:off x="6024568" y="2187015"/>
            <a:ext cx="5109597" cy="2863315"/>
          </a:xfrm>
          <a:prstGeom prst="rect">
            <a:avLst/>
          </a:prstGeom>
        </p:spPr>
      </p:pic>
    </p:spTree>
    <p:extLst>
      <p:ext uri="{BB962C8B-B14F-4D97-AF65-F5344CB8AC3E}">
        <p14:creationId xmlns:p14="http://schemas.microsoft.com/office/powerpoint/2010/main" val="2064277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2EBFA83-D4DB-4CA0-B229-9E44634D7F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16" name="Rectangle 15">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 name="Title 1">
            <a:extLst>
              <a:ext uri="{FF2B5EF4-FFF2-40B4-BE49-F238E27FC236}">
                <a16:creationId xmlns:a16="http://schemas.microsoft.com/office/drawing/2014/main" id="{7792A46A-8239-3B87-7606-2D4CC6B061B6}"/>
              </a:ext>
            </a:extLst>
          </p:cNvPr>
          <p:cNvSpPr>
            <a:spLocks noGrp="1"/>
          </p:cNvSpPr>
          <p:nvPr>
            <p:ph type="title"/>
          </p:nvPr>
        </p:nvSpPr>
        <p:spPr>
          <a:xfrm>
            <a:off x="720807" y="791270"/>
            <a:ext cx="7947384" cy="944567"/>
          </a:xfrm>
        </p:spPr>
        <p:txBody>
          <a:bodyPr anchor="b">
            <a:normAutofit/>
          </a:bodyPr>
          <a:lstStyle/>
          <a:p>
            <a:r>
              <a:rPr lang="en-US" sz="4800" dirty="0">
                <a:latin typeface="Bangla MN" pitchFamily="2" charset="0"/>
                <a:cs typeface="Bangla MN" pitchFamily="2" charset="0"/>
              </a:rPr>
              <a:t>Project Objectives</a:t>
            </a:r>
            <a:endParaRPr lang="en-MA" sz="4800" dirty="0">
              <a:latin typeface="Bangla MN" pitchFamily="2" charset="0"/>
              <a:cs typeface="Bangla MN" pitchFamily="2" charset="0"/>
            </a:endParaRPr>
          </a:p>
        </p:txBody>
      </p:sp>
      <p:sp>
        <p:nvSpPr>
          <p:cNvPr id="3" name="Content Placeholder 2">
            <a:extLst>
              <a:ext uri="{FF2B5EF4-FFF2-40B4-BE49-F238E27FC236}">
                <a16:creationId xmlns:a16="http://schemas.microsoft.com/office/drawing/2014/main" id="{429115AC-8715-B6D9-669A-10B8D3D1C853}"/>
              </a:ext>
            </a:extLst>
          </p:cNvPr>
          <p:cNvSpPr>
            <a:spLocks noGrp="1"/>
          </p:cNvSpPr>
          <p:nvPr>
            <p:ph idx="1"/>
          </p:nvPr>
        </p:nvSpPr>
        <p:spPr>
          <a:xfrm>
            <a:off x="7230831" y="1561687"/>
            <a:ext cx="4589328" cy="4269005"/>
          </a:xfrm>
        </p:spPr>
        <p:txBody>
          <a:bodyPr>
            <a:normAutofit fontScale="92500" lnSpcReduction="20000"/>
          </a:bodyPr>
          <a:lstStyle/>
          <a:p>
            <a:r>
              <a:rPr lang="en-US" sz="1200" b="1" dirty="0"/>
              <a:t>Objectives of the Project</a:t>
            </a:r>
          </a:p>
          <a:p>
            <a:r>
              <a:rPr lang="en-US" sz="1200" b="1" dirty="0"/>
              <a:t>Primary Objectives</a:t>
            </a:r>
          </a:p>
          <a:p>
            <a:r>
              <a:rPr lang="en-US" sz="1200" dirty="0"/>
              <a:t>Develop a fully functional restaurant website. </a:t>
            </a:r>
          </a:p>
          <a:p>
            <a:r>
              <a:rPr lang="en-US" sz="1200" dirty="0"/>
              <a:t>Create a responsive design that works on all devices. </a:t>
            </a:r>
          </a:p>
          <a:p>
            <a:r>
              <a:rPr lang="en-US" sz="1200" dirty="0"/>
              <a:t>Implement shopping cart and checkout functionality. </a:t>
            </a:r>
          </a:p>
          <a:p>
            <a:r>
              <a:rPr lang="en-US" sz="1200" dirty="0"/>
              <a:t>Allow users to browse and search food items. </a:t>
            </a:r>
          </a:p>
          <a:p>
            <a:r>
              <a:rPr lang="en-US" sz="1200" dirty="0"/>
              <a:t>Enable users to save favorite dishes. </a:t>
            </a:r>
          </a:p>
          <a:p>
            <a:r>
              <a:rPr lang="en-US" sz="1200" dirty="0"/>
              <a:t>Provide secure login and registration features. </a:t>
            </a:r>
          </a:p>
          <a:p>
            <a:r>
              <a:rPr lang="en-US" sz="1200" dirty="0"/>
              <a:t>Improve customer interaction with the restaurant. </a:t>
            </a:r>
          </a:p>
          <a:p>
            <a:r>
              <a:rPr lang="en-US" sz="1200" dirty="0"/>
              <a:t>Apply modern web development techniques. </a:t>
            </a:r>
          </a:p>
          <a:p>
            <a:r>
              <a:rPr lang="en-US" sz="1200" dirty="0"/>
              <a:t>Demonstrate practical React development skills. </a:t>
            </a:r>
          </a:p>
          <a:p>
            <a:r>
              <a:rPr lang="en-US" sz="1200" dirty="0"/>
              <a:t>Produce a professional academic project. </a:t>
            </a:r>
          </a:p>
          <a:p>
            <a:r>
              <a:rPr lang="en-US" sz="1200" b="1" dirty="0"/>
              <a:t>Expected Outcomes</a:t>
            </a:r>
          </a:p>
          <a:p>
            <a:r>
              <a:rPr lang="en-US" sz="1200" dirty="0"/>
              <a:t>Better user experience </a:t>
            </a:r>
          </a:p>
          <a:p>
            <a:r>
              <a:rPr lang="en-US" sz="1200" dirty="0"/>
              <a:t>Efficient ordering process </a:t>
            </a:r>
          </a:p>
          <a:p>
            <a:r>
              <a:rPr lang="en-US" sz="1200" dirty="0"/>
              <a:t>Professional restaurant representation </a:t>
            </a:r>
          </a:p>
          <a:p>
            <a:r>
              <a:rPr lang="en-US" sz="1200" dirty="0"/>
              <a:t>Easy maintenance and scalability</a:t>
            </a:r>
          </a:p>
          <a:p>
            <a:endParaRPr lang="en-MA" sz="500" dirty="0"/>
          </a:p>
        </p:txBody>
      </p:sp>
      <p:pic>
        <p:nvPicPr>
          <p:cNvPr id="6" name="Picture 5" descr="A screenshot of a menu&#10;&#10;AI-generated content may be incorrect.">
            <a:extLst>
              <a:ext uri="{FF2B5EF4-FFF2-40B4-BE49-F238E27FC236}">
                <a16:creationId xmlns:a16="http://schemas.microsoft.com/office/drawing/2014/main" id="{5164E1CD-269B-73FA-B2EE-A1BC537D45C9}"/>
              </a:ext>
            </a:extLst>
          </p:cNvPr>
          <p:cNvPicPr>
            <a:picLocks noChangeAspect="1"/>
          </p:cNvPicPr>
          <p:nvPr/>
        </p:nvPicPr>
        <p:blipFill>
          <a:blip r:embed="rId3"/>
          <a:stretch>
            <a:fillRect/>
          </a:stretch>
        </p:blipFill>
        <p:spPr>
          <a:xfrm>
            <a:off x="1271929" y="2153626"/>
            <a:ext cx="5590109" cy="3126800"/>
          </a:xfrm>
          <a:prstGeom prst="rect">
            <a:avLst/>
          </a:prstGeom>
        </p:spPr>
      </p:pic>
    </p:spTree>
    <p:extLst>
      <p:ext uri="{BB962C8B-B14F-4D97-AF65-F5344CB8AC3E}">
        <p14:creationId xmlns:p14="http://schemas.microsoft.com/office/powerpoint/2010/main" val="243192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5D688-A65A-A574-A92B-E1E1C3BADB15}"/>
              </a:ext>
            </a:extLst>
          </p:cNvPr>
          <p:cNvSpPr>
            <a:spLocks noGrp="1"/>
          </p:cNvSpPr>
          <p:nvPr>
            <p:ph type="title"/>
          </p:nvPr>
        </p:nvSpPr>
        <p:spPr/>
        <p:txBody>
          <a:bodyPr/>
          <a:lstStyle/>
          <a:p>
            <a:r>
              <a:rPr lang="en-US" dirty="0">
                <a:latin typeface="Bangla MN" pitchFamily="2" charset="0"/>
                <a:cs typeface="Bangla MN" pitchFamily="2" charset="0"/>
              </a:rPr>
              <a:t>Requirement Analysis</a:t>
            </a:r>
            <a:br>
              <a:rPr lang="en-US" dirty="0">
                <a:latin typeface="Bangla MN" pitchFamily="2" charset="0"/>
                <a:cs typeface="Bangla MN" pitchFamily="2" charset="0"/>
              </a:rPr>
            </a:br>
            <a:endParaRPr lang="en-MA" dirty="0">
              <a:latin typeface="Bangla MN" pitchFamily="2" charset="0"/>
              <a:cs typeface="Bangla MN" pitchFamily="2" charset="0"/>
            </a:endParaRPr>
          </a:p>
        </p:txBody>
      </p:sp>
      <p:sp>
        <p:nvSpPr>
          <p:cNvPr id="3" name="Content Placeholder 2">
            <a:extLst>
              <a:ext uri="{FF2B5EF4-FFF2-40B4-BE49-F238E27FC236}">
                <a16:creationId xmlns:a16="http://schemas.microsoft.com/office/drawing/2014/main" id="{62E8EDB7-0416-D540-8C4E-63D2E6F639BC}"/>
              </a:ext>
            </a:extLst>
          </p:cNvPr>
          <p:cNvSpPr>
            <a:spLocks noGrp="1"/>
          </p:cNvSpPr>
          <p:nvPr>
            <p:ph idx="1"/>
          </p:nvPr>
        </p:nvSpPr>
        <p:spPr>
          <a:xfrm>
            <a:off x="694980" y="1608463"/>
            <a:ext cx="3932104" cy="4777820"/>
          </a:xfrm>
        </p:spPr>
        <p:txBody>
          <a:bodyPr>
            <a:normAutofit fontScale="47500" lnSpcReduction="20000"/>
          </a:bodyPr>
          <a:lstStyle/>
          <a:p>
            <a:r>
              <a:rPr lang="en-US" sz="4300" b="1" dirty="0"/>
              <a:t>Functional Requirements</a:t>
            </a:r>
          </a:p>
          <a:p>
            <a:r>
              <a:rPr lang="en-US" dirty="0"/>
              <a:t>The system provides the following features:</a:t>
            </a:r>
          </a:p>
          <a:p>
            <a:r>
              <a:rPr lang="en-US" b="1" dirty="0"/>
              <a:t>Customer Features</a:t>
            </a:r>
          </a:p>
          <a:p>
            <a:r>
              <a:rPr lang="en-US" dirty="0"/>
              <a:t>Homepage </a:t>
            </a:r>
          </a:p>
          <a:p>
            <a:r>
              <a:rPr lang="en-US" dirty="0"/>
              <a:t>Menu browsing </a:t>
            </a:r>
          </a:p>
          <a:p>
            <a:r>
              <a:rPr lang="en-US" dirty="0"/>
              <a:t>Food details page </a:t>
            </a:r>
          </a:p>
          <a:p>
            <a:r>
              <a:rPr lang="en-US" dirty="0"/>
              <a:t>Gallery </a:t>
            </a:r>
          </a:p>
          <a:p>
            <a:r>
              <a:rPr lang="en-US" dirty="0"/>
              <a:t>Contact page </a:t>
            </a:r>
          </a:p>
          <a:p>
            <a:r>
              <a:rPr lang="en-US" dirty="0"/>
              <a:t>User login and registration </a:t>
            </a:r>
          </a:p>
          <a:p>
            <a:r>
              <a:rPr lang="en-US" dirty="0"/>
              <a:t>Shopping cart </a:t>
            </a:r>
          </a:p>
          <a:p>
            <a:r>
              <a:rPr lang="en-US" dirty="0"/>
              <a:t>Checkout system </a:t>
            </a:r>
          </a:p>
          <a:p>
            <a:r>
              <a:rPr lang="en-US" dirty="0"/>
              <a:t>Favorites list </a:t>
            </a:r>
          </a:p>
          <a:p>
            <a:r>
              <a:rPr lang="en-US" dirty="0"/>
              <a:t>Order confirmation </a:t>
            </a:r>
          </a:p>
          <a:p>
            <a:r>
              <a:rPr lang="en-US" b="1" dirty="0"/>
              <a:t>Administrative Features</a:t>
            </a:r>
          </a:p>
          <a:p>
            <a:r>
              <a:rPr lang="en-US" dirty="0"/>
              <a:t>Menu management </a:t>
            </a:r>
          </a:p>
          <a:p>
            <a:r>
              <a:rPr lang="en-US" dirty="0"/>
              <a:t>Order management </a:t>
            </a:r>
          </a:p>
          <a:p>
            <a:r>
              <a:rPr lang="en-US" dirty="0"/>
              <a:t>Dashboard monitoring</a:t>
            </a:r>
          </a:p>
          <a:p>
            <a:endParaRPr lang="en-MA" dirty="0"/>
          </a:p>
        </p:txBody>
      </p:sp>
      <p:sp>
        <p:nvSpPr>
          <p:cNvPr id="4" name="TextBox 3">
            <a:extLst>
              <a:ext uri="{FF2B5EF4-FFF2-40B4-BE49-F238E27FC236}">
                <a16:creationId xmlns:a16="http://schemas.microsoft.com/office/drawing/2014/main" id="{484D0B82-024E-9194-606B-3DB5C8A30ACE}"/>
              </a:ext>
            </a:extLst>
          </p:cNvPr>
          <p:cNvSpPr txBox="1"/>
          <p:nvPr/>
        </p:nvSpPr>
        <p:spPr>
          <a:xfrm>
            <a:off x="4761583" y="3701982"/>
            <a:ext cx="3932104" cy="2923877"/>
          </a:xfrm>
          <a:prstGeom prst="rect">
            <a:avLst/>
          </a:prstGeom>
          <a:noFill/>
        </p:spPr>
        <p:txBody>
          <a:bodyPr wrap="square" rtlCol="0">
            <a:spAutoFit/>
          </a:bodyPr>
          <a:lstStyle/>
          <a:p>
            <a:r>
              <a:rPr lang="en-US" sz="1700" b="1" dirty="0">
                <a:latin typeface="Times New Roman" panose="02020603050405020304" pitchFamily="18" charset="0"/>
                <a:cs typeface="Times New Roman" panose="02020603050405020304" pitchFamily="18" charset="0"/>
              </a:rPr>
              <a:t>Non-Functional Requirements</a:t>
            </a:r>
          </a:p>
          <a:p>
            <a:endParaRPr lang="en-US" sz="1700" b="1"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Performance</a:t>
            </a:r>
          </a:p>
          <a:p>
            <a:r>
              <a:rPr lang="en-US" sz="1200" dirty="0">
                <a:latin typeface="Times New Roman" panose="02020603050405020304" pitchFamily="18" charset="0"/>
                <a:cs typeface="Times New Roman" panose="02020603050405020304" pitchFamily="18" charset="0"/>
              </a:rPr>
              <a:t>Fast page loading </a:t>
            </a:r>
          </a:p>
          <a:p>
            <a:r>
              <a:rPr lang="en-US" sz="1200" b="1" dirty="0">
                <a:latin typeface="Times New Roman" panose="02020603050405020304" pitchFamily="18" charset="0"/>
                <a:cs typeface="Times New Roman" panose="02020603050405020304" pitchFamily="18" charset="0"/>
              </a:rPr>
              <a:t>Usability</a:t>
            </a:r>
          </a:p>
          <a:p>
            <a:r>
              <a:rPr lang="en-US" sz="1200" dirty="0">
                <a:latin typeface="Times New Roman" panose="02020603050405020304" pitchFamily="18" charset="0"/>
                <a:cs typeface="Times New Roman" panose="02020603050405020304" pitchFamily="18" charset="0"/>
              </a:rPr>
              <a:t>User-friendly interface </a:t>
            </a:r>
          </a:p>
          <a:p>
            <a:r>
              <a:rPr lang="en-US" sz="1200" b="1" dirty="0">
                <a:latin typeface="Times New Roman" panose="02020603050405020304" pitchFamily="18" charset="0"/>
                <a:cs typeface="Times New Roman" panose="02020603050405020304" pitchFamily="18" charset="0"/>
              </a:rPr>
              <a:t>Accessibility</a:t>
            </a:r>
          </a:p>
          <a:p>
            <a:r>
              <a:rPr lang="en-US" sz="1200" dirty="0">
                <a:latin typeface="Times New Roman" panose="02020603050405020304" pitchFamily="18" charset="0"/>
                <a:cs typeface="Times New Roman" panose="02020603050405020304" pitchFamily="18" charset="0"/>
              </a:rPr>
              <a:t>Semantic HTML </a:t>
            </a:r>
          </a:p>
          <a:p>
            <a:r>
              <a:rPr lang="en-US" sz="1200" dirty="0">
                <a:latin typeface="Times New Roman" panose="02020603050405020304" pitchFamily="18" charset="0"/>
                <a:cs typeface="Times New Roman" panose="02020603050405020304" pitchFamily="18" charset="0"/>
              </a:rPr>
              <a:t>Proper labels and navigation </a:t>
            </a:r>
          </a:p>
          <a:p>
            <a:r>
              <a:rPr lang="en-US" sz="1200" b="1" dirty="0">
                <a:latin typeface="Times New Roman" panose="02020603050405020304" pitchFamily="18" charset="0"/>
                <a:cs typeface="Times New Roman" panose="02020603050405020304" pitchFamily="18" charset="0"/>
              </a:rPr>
              <a:t>Compatibility</a:t>
            </a:r>
          </a:p>
          <a:p>
            <a:r>
              <a:rPr lang="en-US" sz="1200" dirty="0">
                <a:latin typeface="Times New Roman" panose="02020603050405020304" pitchFamily="18" charset="0"/>
                <a:cs typeface="Times New Roman" panose="02020603050405020304" pitchFamily="18" charset="0"/>
              </a:rPr>
              <a:t>Works on modern browsers </a:t>
            </a:r>
          </a:p>
          <a:p>
            <a:r>
              <a:rPr lang="en-US" sz="1200" b="1" dirty="0">
                <a:latin typeface="Times New Roman" panose="02020603050405020304" pitchFamily="18" charset="0"/>
                <a:cs typeface="Times New Roman" panose="02020603050405020304" pitchFamily="18" charset="0"/>
              </a:rPr>
              <a:t>Scalability</a:t>
            </a:r>
          </a:p>
          <a:p>
            <a:r>
              <a:rPr lang="en-US" sz="1200" dirty="0">
                <a:latin typeface="Times New Roman" panose="02020603050405020304" pitchFamily="18" charset="0"/>
                <a:cs typeface="Times New Roman" panose="02020603050405020304" pitchFamily="18" charset="0"/>
              </a:rPr>
              <a:t>Supports future expansion</a:t>
            </a:r>
          </a:p>
          <a:p>
            <a:endParaRPr lang="en-MA" dirty="0"/>
          </a:p>
        </p:txBody>
      </p:sp>
      <p:pic>
        <p:nvPicPr>
          <p:cNvPr id="8" name="Picture 7" descr="A screen shot of a computer program&#10;&#10;AI-generated content may be incorrect.">
            <a:extLst>
              <a:ext uri="{FF2B5EF4-FFF2-40B4-BE49-F238E27FC236}">
                <a16:creationId xmlns:a16="http://schemas.microsoft.com/office/drawing/2014/main" id="{15F83408-38A6-79CE-981A-589A1224D505}"/>
              </a:ext>
            </a:extLst>
          </p:cNvPr>
          <p:cNvPicPr>
            <a:picLocks noChangeAspect="1"/>
          </p:cNvPicPr>
          <p:nvPr/>
        </p:nvPicPr>
        <p:blipFill>
          <a:blip r:embed="rId2"/>
          <a:stretch>
            <a:fillRect/>
          </a:stretch>
        </p:blipFill>
        <p:spPr>
          <a:xfrm>
            <a:off x="7667771" y="4123525"/>
            <a:ext cx="4104982" cy="2522549"/>
          </a:xfrm>
          <a:prstGeom prst="rect">
            <a:avLst/>
          </a:prstGeom>
        </p:spPr>
      </p:pic>
      <p:pic>
        <p:nvPicPr>
          <p:cNvPr id="10" name="Picture 9" descr="A screenshot of a food order&#10;&#10;AI-generated content may be incorrect.">
            <a:extLst>
              <a:ext uri="{FF2B5EF4-FFF2-40B4-BE49-F238E27FC236}">
                <a16:creationId xmlns:a16="http://schemas.microsoft.com/office/drawing/2014/main" id="{77D8FE8B-6743-7A7D-A33A-962F924F81CC}"/>
              </a:ext>
            </a:extLst>
          </p:cNvPr>
          <p:cNvPicPr>
            <a:picLocks noChangeAspect="1"/>
          </p:cNvPicPr>
          <p:nvPr/>
        </p:nvPicPr>
        <p:blipFill>
          <a:blip r:embed="rId3"/>
          <a:stretch>
            <a:fillRect/>
          </a:stretch>
        </p:blipFill>
        <p:spPr>
          <a:xfrm>
            <a:off x="4842564" y="1328923"/>
            <a:ext cx="6930189" cy="2313281"/>
          </a:xfrm>
          <a:prstGeom prst="rect">
            <a:avLst/>
          </a:prstGeom>
        </p:spPr>
      </p:pic>
    </p:spTree>
    <p:extLst>
      <p:ext uri="{BB962C8B-B14F-4D97-AF65-F5344CB8AC3E}">
        <p14:creationId xmlns:p14="http://schemas.microsoft.com/office/powerpoint/2010/main" val="1088881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reeform: Shape 10">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A diagram of a process flow&#10;&#10;AI-generated content may be incorrect.">
            <a:extLst>
              <a:ext uri="{FF2B5EF4-FFF2-40B4-BE49-F238E27FC236}">
                <a16:creationId xmlns:a16="http://schemas.microsoft.com/office/drawing/2014/main" id="{30C7B92F-027C-7F18-46AC-1589CD18D3D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34287" y="528406"/>
            <a:ext cx="3569699" cy="5643794"/>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13" name="Arc 12">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0B11472-6D57-F760-257F-A59E30D87F51}"/>
              </a:ext>
            </a:extLst>
          </p:cNvPr>
          <p:cNvSpPr>
            <a:spLocks noGrp="1"/>
          </p:cNvSpPr>
          <p:nvPr>
            <p:ph type="title"/>
          </p:nvPr>
        </p:nvSpPr>
        <p:spPr>
          <a:xfrm>
            <a:off x="838201" y="479493"/>
            <a:ext cx="5257800" cy="1325563"/>
          </a:xfrm>
        </p:spPr>
        <p:txBody>
          <a:bodyPr>
            <a:normAutofit/>
          </a:bodyPr>
          <a:lstStyle/>
          <a:p>
            <a:r>
              <a:rPr lang="en-US" dirty="0"/>
              <a:t>System Design</a:t>
            </a:r>
            <a:endParaRPr lang="en-MA" dirty="0"/>
          </a:p>
        </p:txBody>
      </p:sp>
      <p:sp>
        <p:nvSpPr>
          <p:cNvPr id="3" name="Content Placeholder 2">
            <a:extLst>
              <a:ext uri="{FF2B5EF4-FFF2-40B4-BE49-F238E27FC236}">
                <a16:creationId xmlns:a16="http://schemas.microsoft.com/office/drawing/2014/main" id="{2633B69D-F307-EDF7-8F9C-A0FF4A1AC5DC}"/>
              </a:ext>
            </a:extLst>
          </p:cNvPr>
          <p:cNvSpPr>
            <a:spLocks noGrp="1"/>
          </p:cNvSpPr>
          <p:nvPr>
            <p:ph idx="1"/>
          </p:nvPr>
        </p:nvSpPr>
        <p:spPr>
          <a:xfrm>
            <a:off x="838201" y="1984443"/>
            <a:ext cx="5257800" cy="4192520"/>
          </a:xfrm>
        </p:spPr>
        <p:txBody>
          <a:bodyPr>
            <a:normAutofit/>
          </a:bodyPr>
          <a:lstStyle/>
          <a:p>
            <a:r>
              <a:rPr lang="en-MA" sz="2000" dirty="0">
                <a:latin typeface="Times New Roman" panose="02020603050405020304" pitchFamily="18" charset="0"/>
                <a:cs typeface="Times New Roman" panose="02020603050405020304" pitchFamily="18" charset="0"/>
              </a:rPr>
              <a:t>The application is built as a client-side Single Page Application (SPA) using React, JavaScript (JSX), HTML5, and CSS3. It leverages client-side routing for seamless page navigation and uses local browser storage to simulate a persistent data layer. The design isolates concerns into user interface rendering, interaction handling, and local state persistence to maximize testability and adhere to clean code structures.</a:t>
            </a:r>
          </a:p>
          <a:p>
            <a:endParaRPr lang="en-MA" sz="2400" dirty="0"/>
          </a:p>
        </p:txBody>
      </p:sp>
    </p:spTree>
    <p:extLst>
      <p:ext uri="{BB962C8B-B14F-4D97-AF65-F5344CB8AC3E}">
        <p14:creationId xmlns:p14="http://schemas.microsoft.com/office/powerpoint/2010/main" val="301932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7412B8E-484B-4452-8644-AD263F593B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6" name="Rectangle 1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B92D3-3FB2-E139-BD11-01363744C981}"/>
              </a:ext>
            </a:extLst>
          </p:cNvPr>
          <p:cNvSpPr>
            <a:spLocks noGrp="1"/>
          </p:cNvSpPr>
          <p:nvPr>
            <p:ph type="title"/>
          </p:nvPr>
        </p:nvSpPr>
        <p:spPr>
          <a:xfrm>
            <a:off x="1043631" y="873940"/>
            <a:ext cx="4928291" cy="1035781"/>
          </a:xfrm>
        </p:spPr>
        <p:txBody>
          <a:bodyPr anchor="ctr">
            <a:normAutofit fontScale="90000"/>
          </a:bodyPr>
          <a:lstStyle/>
          <a:p>
            <a:r>
              <a:rPr lang="en-US" sz="3600">
                <a:latin typeface="Bangla MN" pitchFamily="2" charset="0"/>
                <a:cs typeface="Bangla MN" pitchFamily="2" charset="0"/>
              </a:rPr>
              <a:t>System Architecture</a:t>
            </a:r>
            <a:endParaRPr lang="en-MA" sz="3600">
              <a:latin typeface="Bangla MN" pitchFamily="2" charset="0"/>
              <a:cs typeface="Bangla MN" pitchFamily="2" charset="0"/>
            </a:endParaRPr>
          </a:p>
        </p:txBody>
      </p:sp>
      <p:sp>
        <p:nvSpPr>
          <p:cNvPr id="3" name="Content Placeholder 2">
            <a:extLst>
              <a:ext uri="{FF2B5EF4-FFF2-40B4-BE49-F238E27FC236}">
                <a16:creationId xmlns:a16="http://schemas.microsoft.com/office/drawing/2014/main" id="{84D9F014-CD48-06E7-3E3D-1F3286DBFC15}"/>
              </a:ext>
            </a:extLst>
          </p:cNvPr>
          <p:cNvSpPr>
            <a:spLocks noGrp="1"/>
          </p:cNvSpPr>
          <p:nvPr>
            <p:ph idx="1"/>
          </p:nvPr>
        </p:nvSpPr>
        <p:spPr>
          <a:xfrm>
            <a:off x="463692" y="2494440"/>
            <a:ext cx="3322319" cy="3154538"/>
          </a:xfrm>
        </p:spPr>
        <p:txBody>
          <a:bodyPr anchor="ctr">
            <a:normAutofit/>
          </a:bodyPr>
          <a:lstStyle/>
          <a:p>
            <a:r>
              <a:rPr lang="en-US" sz="1200" b="1" dirty="0">
                <a:latin typeface="Times New Roman" panose="02020603050405020304" pitchFamily="18" charset="0"/>
                <a:cs typeface="Times New Roman" panose="02020603050405020304" pitchFamily="18" charset="0"/>
              </a:rPr>
              <a:t>Architectural Overview</a:t>
            </a:r>
          </a:p>
          <a:p>
            <a:r>
              <a:rPr lang="en-US" sz="1200" dirty="0">
                <a:latin typeface="Times New Roman" panose="02020603050405020304" pitchFamily="18" charset="0"/>
                <a:cs typeface="Times New Roman" panose="02020603050405020304" pitchFamily="18" charset="0"/>
              </a:rPr>
              <a:t>The application follows a Single Page Application (SPA) architecture.</a:t>
            </a:r>
          </a:p>
          <a:p>
            <a:r>
              <a:rPr lang="en-US" sz="1200" b="1" dirty="0">
                <a:latin typeface="Times New Roman" panose="02020603050405020304" pitchFamily="18" charset="0"/>
                <a:cs typeface="Times New Roman" panose="02020603050405020304" pitchFamily="18" charset="0"/>
              </a:rPr>
              <a:t>Main Components</a:t>
            </a:r>
          </a:p>
          <a:p>
            <a:r>
              <a:rPr lang="en-US" sz="1200" b="1" dirty="0">
                <a:latin typeface="Times New Roman" panose="02020603050405020304" pitchFamily="18" charset="0"/>
                <a:cs typeface="Times New Roman" panose="02020603050405020304" pitchFamily="18" charset="0"/>
              </a:rPr>
              <a:t>User Interface Layer</a:t>
            </a:r>
          </a:p>
          <a:p>
            <a:r>
              <a:rPr lang="en-US" sz="1200" dirty="0">
                <a:latin typeface="Times New Roman" panose="02020603050405020304" pitchFamily="18" charset="0"/>
                <a:cs typeface="Times New Roman" panose="02020603050405020304" pitchFamily="18" charset="0"/>
              </a:rPr>
              <a:t>Displays pages and components </a:t>
            </a:r>
          </a:p>
          <a:p>
            <a:r>
              <a:rPr lang="en-US" sz="1200" dirty="0">
                <a:latin typeface="Times New Roman" panose="02020603050405020304" pitchFamily="18" charset="0"/>
                <a:cs typeface="Times New Roman" panose="02020603050405020304" pitchFamily="18" charset="0"/>
              </a:rPr>
              <a:t>Handles user interaction </a:t>
            </a:r>
          </a:p>
          <a:p>
            <a:r>
              <a:rPr lang="en-US" sz="1200" b="1" dirty="0">
                <a:latin typeface="Times New Roman" panose="02020603050405020304" pitchFamily="18" charset="0"/>
                <a:cs typeface="Times New Roman" panose="02020603050405020304" pitchFamily="18" charset="0"/>
              </a:rPr>
              <a:t>Routing Layer</a:t>
            </a:r>
          </a:p>
          <a:p>
            <a:r>
              <a:rPr lang="en-US" sz="1200" dirty="0">
                <a:latin typeface="Times New Roman" panose="02020603050405020304" pitchFamily="18" charset="0"/>
                <a:cs typeface="Times New Roman" panose="02020603050405020304" pitchFamily="18" charset="0"/>
              </a:rPr>
              <a:t>Controls navigation between pages </a:t>
            </a:r>
          </a:p>
          <a:p>
            <a:r>
              <a:rPr lang="en-US" sz="1200" dirty="0">
                <a:latin typeface="Times New Roman" panose="02020603050405020304" pitchFamily="18" charset="0"/>
                <a:cs typeface="Times New Roman" panose="02020603050405020304" pitchFamily="18" charset="0"/>
              </a:rPr>
              <a:t>Uses React Router </a:t>
            </a:r>
          </a:p>
          <a:p>
            <a:endParaRPr lang="en-MA" sz="500" dirty="0"/>
          </a:p>
        </p:txBody>
      </p:sp>
      <p:sp>
        <p:nvSpPr>
          <p:cNvPr id="22" name="Rectangle 21">
            <a:extLst>
              <a:ext uri="{FF2B5EF4-FFF2-40B4-BE49-F238E27FC236}">
                <a16:creationId xmlns:a16="http://schemas.microsoft.com/office/drawing/2014/main" id="{0FD95D09-2666-454C-AE57-F5C7D86606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9" y="650054"/>
            <a:ext cx="4719382" cy="55964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screenshot of a computer&#10;&#10;AI-generated content may be incorrect.">
            <a:extLst>
              <a:ext uri="{FF2B5EF4-FFF2-40B4-BE49-F238E27FC236}">
                <a16:creationId xmlns:a16="http://schemas.microsoft.com/office/drawing/2014/main" id="{D2661B1C-B489-59A0-5F04-95994E6C11A3}"/>
              </a:ext>
            </a:extLst>
          </p:cNvPr>
          <p:cNvPicPr>
            <a:picLocks noChangeAspect="1"/>
          </p:cNvPicPr>
          <p:nvPr/>
        </p:nvPicPr>
        <p:blipFill>
          <a:blip r:embed="rId2"/>
          <a:stretch>
            <a:fillRect/>
          </a:stretch>
        </p:blipFill>
        <p:spPr>
          <a:xfrm>
            <a:off x="7531558" y="879598"/>
            <a:ext cx="3241478" cy="1986852"/>
          </a:xfrm>
          <a:prstGeom prst="rect">
            <a:avLst/>
          </a:prstGeom>
        </p:spPr>
      </p:pic>
      <p:cxnSp>
        <p:nvCxnSpPr>
          <p:cNvPr id="24" name="Straight Connector 23">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8" name="Table 7">
            <a:extLst>
              <a:ext uri="{FF2B5EF4-FFF2-40B4-BE49-F238E27FC236}">
                <a16:creationId xmlns:a16="http://schemas.microsoft.com/office/drawing/2014/main" id="{286B02F7-B119-771A-D214-2865371338C1}"/>
              </a:ext>
            </a:extLst>
          </p:cNvPr>
          <p:cNvGraphicFramePr>
            <a:graphicFrameLocks noGrp="1"/>
          </p:cNvGraphicFramePr>
          <p:nvPr>
            <p:extLst>
              <p:ext uri="{D42A27DB-BD31-4B8C-83A1-F6EECF244321}">
                <p14:modId xmlns:p14="http://schemas.microsoft.com/office/powerpoint/2010/main" val="4201473355"/>
              </p:ext>
            </p:extLst>
          </p:nvPr>
        </p:nvGraphicFramePr>
        <p:xfrm>
          <a:off x="6881706" y="3170139"/>
          <a:ext cx="4258492" cy="2700926"/>
        </p:xfrm>
        <a:graphic>
          <a:graphicData uri="http://schemas.openxmlformats.org/drawingml/2006/table">
            <a:tbl>
              <a:tblPr>
                <a:tableStyleId>{8799B23B-EC83-4686-B30A-512413B5E67A}</a:tableStyleId>
              </a:tblPr>
              <a:tblGrid>
                <a:gridCol w="1706567">
                  <a:extLst>
                    <a:ext uri="{9D8B030D-6E8A-4147-A177-3AD203B41FA5}">
                      <a16:colId xmlns:a16="http://schemas.microsoft.com/office/drawing/2014/main" val="705283412"/>
                    </a:ext>
                  </a:extLst>
                </a:gridCol>
                <a:gridCol w="2551925">
                  <a:extLst>
                    <a:ext uri="{9D8B030D-6E8A-4147-A177-3AD203B41FA5}">
                      <a16:colId xmlns:a16="http://schemas.microsoft.com/office/drawing/2014/main" val="1394367136"/>
                    </a:ext>
                  </a:extLst>
                </a:gridCol>
              </a:tblGrid>
              <a:tr h="278969">
                <a:tc>
                  <a:txBody>
                    <a:bodyPr/>
                    <a:lstStyle/>
                    <a:p>
                      <a:pPr>
                        <a:buNone/>
                      </a:pPr>
                      <a:r>
                        <a:rPr lang="en-US" sz="1200"/>
                        <a:t>Folder/File</a:t>
                      </a:r>
                    </a:p>
                  </a:txBody>
                  <a:tcPr marL="63402" marR="63402" marT="31701" marB="31701" anchor="ctr"/>
                </a:tc>
                <a:tc>
                  <a:txBody>
                    <a:bodyPr/>
                    <a:lstStyle/>
                    <a:p>
                      <a:pPr>
                        <a:buNone/>
                      </a:pPr>
                      <a:r>
                        <a:rPr lang="en-US" sz="1200"/>
                        <a:t>Purpose</a:t>
                      </a:r>
                    </a:p>
                  </a:txBody>
                  <a:tcPr marL="63402" marR="63402" marT="31701" marB="31701" anchor="ctr"/>
                </a:tc>
                <a:extLst>
                  <a:ext uri="{0D108BD9-81ED-4DB2-BD59-A6C34878D82A}">
                    <a16:rowId xmlns:a16="http://schemas.microsoft.com/office/drawing/2014/main" val="2768377240"/>
                  </a:ext>
                </a:extLst>
              </a:tr>
              <a:tr h="469174">
                <a:tc>
                  <a:txBody>
                    <a:bodyPr/>
                    <a:lstStyle/>
                    <a:p>
                      <a:pPr>
                        <a:buNone/>
                      </a:pPr>
                      <a:r>
                        <a:rPr lang="en-US" sz="1200"/>
                        <a:t>src</a:t>
                      </a:r>
                    </a:p>
                  </a:txBody>
                  <a:tcPr marL="63402" marR="63402" marT="31701" marB="31701" anchor="ctr"/>
                </a:tc>
                <a:tc>
                  <a:txBody>
                    <a:bodyPr/>
                    <a:lstStyle/>
                    <a:p>
                      <a:pPr>
                        <a:buNone/>
                      </a:pPr>
                      <a:r>
                        <a:rPr lang="en-US" sz="1200"/>
                        <a:t>Application source code and components</a:t>
                      </a:r>
                    </a:p>
                  </a:txBody>
                  <a:tcPr marL="63402" marR="63402" marT="31701" marB="31701" anchor="ctr"/>
                </a:tc>
                <a:extLst>
                  <a:ext uri="{0D108BD9-81ED-4DB2-BD59-A6C34878D82A}">
                    <a16:rowId xmlns:a16="http://schemas.microsoft.com/office/drawing/2014/main" val="4126639252"/>
                  </a:ext>
                </a:extLst>
              </a:tr>
              <a:tr h="278969">
                <a:tc>
                  <a:txBody>
                    <a:bodyPr/>
                    <a:lstStyle/>
                    <a:p>
                      <a:pPr>
                        <a:buNone/>
                      </a:pPr>
                      <a:r>
                        <a:rPr lang="en-US" sz="1200"/>
                        <a:t>public</a:t>
                      </a:r>
                    </a:p>
                  </a:txBody>
                  <a:tcPr marL="63402" marR="63402" marT="31701" marB="31701" anchor="ctr"/>
                </a:tc>
                <a:tc>
                  <a:txBody>
                    <a:bodyPr/>
                    <a:lstStyle/>
                    <a:p>
                      <a:pPr>
                        <a:buNone/>
                      </a:pPr>
                      <a:r>
                        <a:rPr lang="en-US" sz="1200"/>
                        <a:t>Images and static assets</a:t>
                      </a:r>
                    </a:p>
                  </a:txBody>
                  <a:tcPr marL="63402" marR="63402" marT="31701" marB="31701" anchor="ctr"/>
                </a:tc>
                <a:extLst>
                  <a:ext uri="{0D108BD9-81ED-4DB2-BD59-A6C34878D82A}">
                    <a16:rowId xmlns:a16="http://schemas.microsoft.com/office/drawing/2014/main" val="1911688921"/>
                  </a:ext>
                </a:extLst>
              </a:tr>
              <a:tr h="278969">
                <a:tc>
                  <a:txBody>
                    <a:bodyPr/>
                    <a:lstStyle/>
                    <a:p>
                      <a:pPr>
                        <a:buNone/>
                      </a:pPr>
                      <a:r>
                        <a:rPr lang="en-US" sz="1200"/>
                        <a:t>dist</a:t>
                      </a:r>
                    </a:p>
                  </a:txBody>
                  <a:tcPr marL="63402" marR="63402" marT="31701" marB="31701" anchor="ctr"/>
                </a:tc>
                <a:tc>
                  <a:txBody>
                    <a:bodyPr/>
                    <a:lstStyle/>
                    <a:p>
                      <a:pPr>
                        <a:buNone/>
                      </a:pPr>
                      <a:r>
                        <a:rPr lang="en-US" sz="1200"/>
                        <a:t>Production build files</a:t>
                      </a:r>
                    </a:p>
                  </a:txBody>
                  <a:tcPr marL="63402" marR="63402" marT="31701" marB="31701" anchor="ctr"/>
                </a:tc>
                <a:extLst>
                  <a:ext uri="{0D108BD9-81ED-4DB2-BD59-A6C34878D82A}">
                    <a16:rowId xmlns:a16="http://schemas.microsoft.com/office/drawing/2014/main" val="1589167287"/>
                  </a:ext>
                </a:extLst>
              </a:tr>
              <a:tr h="278969">
                <a:tc>
                  <a:txBody>
                    <a:bodyPr/>
                    <a:lstStyle/>
                    <a:p>
                      <a:pPr>
                        <a:buNone/>
                      </a:pPr>
                      <a:r>
                        <a:rPr lang="en-US" sz="1200"/>
                        <a:t>index.html</a:t>
                      </a:r>
                    </a:p>
                  </a:txBody>
                  <a:tcPr marL="63402" marR="63402" marT="31701" marB="31701" anchor="ctr"/>
                </a:tc>
                <a:tc>
                  <a:txBody>
                    <a:bodyPr/>
                    <a:lstStyle/>
                    <a:p>
                      <a:pPr>
                        <a:buNone/>
                      </a:pPr>
                      <a:r>
                        <a:rPr lang="en-US" sz="1200"/>
                        <a:t>Main HTML entry point</a:t>
                      </a:r>
                    </a:p>
                  </a:txBody>
                  <a:tcPr marL="63402" marR="63402" marT="31701" marB="31701" anchor="ctr"/>
                </a:tc>
                <a:extLst>
                  <a:ext uri="{0D108BD9-81ED-4DB2-BD59-A6C34878D82A}">
                    <a16:rowId xmlns:a16="http://schemas.microsoft.com/office/drawing/2014/main" val="4173489178"/>
                  </a:ext>
                </a:extLst>
              </a:tr>
              <a:tr h="278969">
                <a:tc>
                  <a:txBody>
                    <a:bodyPr/>
                    <a:lstStyle/>
                    <a:p>
                      <a:pPr>
                        <a:buNone/>
                      </a:pPr>
                      <a:r>
                        <a:rPr lang="en-US" sz="1200"/>
                        <a:t>package.json</a:t>
                      </a:r>
                    </a:p>
                  </a:txBody>
                  <a:tcPr marL="63402" marR="63402" marT="31701" marB="31701" anchor="ctr"/>
                </a:tc>
                <a:tc>
                  <a:txBody>
                    <a:bodyPr/>
                    <a:lstStyle/>
                    <a:p>
                      <a:pPr>
                        <a:buNone/>
                      </a:pPr>
                      <a:r>
                        <a:rPr lang="en-US" sz="1200"/>
                        <a:t>Project dependencies and scripts</a:t>
                      </a:r>
                    </a:p>
                  </a:txBody>
                  <a:tcPr marL="63402" marR="63402" marT="31701" marB="31701" anchor="ctr"/>
                </a:tc>
                <a:extLst>
                  <a:ext uri="{0D108BD9-81ED-4DB2-BD59-A6C34878D82A}">
                    <a16:rowId xmlns:a16="http://schemas.microsoft.com/office/drawing/2014/main" val="1153240958"/>
                  </a:ext>
                </a:extLst>
              </a:tr>
              <a:tr h="278969">
                <a:tc>
                  <a:txBody>
                    <a:bodyPr/>
                    <a:lstStyle/>
                    <a:p>
                      <a:pPr>
                        <a:buNone/>
                      </a:pPr>
                      <a:r>
                        <a:rPr lang="en-US" sz="1200" dirty="0" err="1"/>
                        <a:t>vitest.config.js</a:t>
                      </a:r>
                      <a:endParaRPr lang="en-US" sz="1200" dirty="0"/>
                    </a:p>
                  </a:txBody>
                  <a:tcPr marL="63402" marR="63402" marT="31701" marB="31701" anchor="ctr"/>
                </a:tc>
                <a:tc>
                  <a:txBody>
                    <a:bodyPr/>
                    <a:lstStyle/>
                    <a:p>
                      <a:pPr>
                        <a:buNone/>
                      </a:pPr>
                      <a:r>
                        <a:rPr lang="en-US" sz="1200"/>
                        <a:t>Testing configuration</a:t>
                      </a:r>
                    </a:p>
                  </a:txBody>
                  <a:tcPr marL="63402" marR="63402" marT="31701" marB="31701" anchor="ctr"/>
                </a:tc>
                <a:extLst>
                  <a:ext uri="{0D108BD9-81ED-4DB2-BD59-A6C34878D82A}">
                    <a16:rowId xmlns:a16="http://schemas.microsoft.com/office/drawing/2014/main" val="2935366116"/>
                  </a:ext>
                </a:extLst>
              </a:tr>
              <a:tr h="278969">
                <a:tc>
                  <a:txBody>
                    <a:bodyPr/>
                    <a:lstStyle/>
                    <a:p>
                      <a:pPr>
                        <a:buNone/>
                      </a:pPr>
                      <a:r>
                        <a:rPr lang="en-US" sz="1200"/>
                        <a:t>TEST_GUIDE.md</a:t>
                      </a:r>
                    </a:p>
                  </a:txBody>
                  <a:tcPr marL="63402" marR="63402" marT="31701" marB="31701" anchor="ctr"/>
                </a:tc>
                <a:tc>
                  <a:txBody>
                    <a:bodyPr/>
                    <a:lstStyle/>
                    <a:p>
                      <a:pPr>
                        <a:buNone/>
                      </a:pPr>
                      <a:r>
                        <a:rPr lang="en-US" sz="1200"/>
                        <a:t>Testing documentation</a:t>
                      </a:r>
                    </a:p>
                  </a:txBody>
                  <a:tcPr marL="63402" marR="63402" marT="31701" marB="31701" anchor="ctr"/>
                </a:tc>
                <a:extLst>
                  <a:ext uri="{0D108BD9-81ED-4DB2-BD59-A6C34878D82A}">
                    <a16:rowId xmlns:a16="http://schemas.microsoft.com/office/drawing/2014/main" val="3056940801"/>
                  </a:ext>
                </a:extLst>
              </a:tr>
              <a:tr h="278969">
                <a:tc>
                  <a:txBody>
                    <a:bodyPr/>
                    <a:lstStyle/>
                    <a:p>
                      <a:pPr>
                        <a:buNone/>
                      </a:pPr>
                      <a:r>
                        <a:rPr lang="en-US" sz="1200"/>
                        <a:t>TEST_RESULTS.md</a:t>
                      </a:r>
                    </a:p>
                  </a:txBody>
                  <a:tcPr marL="63402" marR="63402" marT="31701" marB="31701" anchor="ctr"/>
                </a:tc>
                <a:tc>
                  <a:txBody>
                    <a:bodyPr/>
                    <a:lstStyle/>
                    <a:p>
                      <a:pPr>
                        <a:buNone/>
                      </a:pPr>
                      <a:r>
                        <a:rPr lang="en-US" sz="1200" dirty="0"/>
                        <a:t>Test results summary</a:t>
                      </a:r>
                    </a:p>
                  </a:txBody>
                  <a:tcPr marL="63402" marR="63402" marT="31701" marB="31701" anchor="ctr"/>
                </a:tc>
                <a:extLst>
                  <a:ext uri="{0D108BD9-81ED-4DB2-BD59-A6C34878D82A}">
                    <a16:rowId xmlns:a16="http://schemas.microsoft.com/office/drawing/2014/main" val="859394084"/>
                  </a:ext>
                </a:extLst>
              </a:tr>
            </a:tbl>
          </a:graphicData>
        </a:graphic>
      </p:graphicFrame>
      <p:sp>
        <p:nvSpPr>
          <p:cNvPr id="9" name="TextBox 8">
            <a:extLst>
              <a:ext uri="{FF2B5EF4-FFF2-40B4-BE49-F238E27FC236}">
                <a16:creationId xmlns:a16="http://schemas.microsoft.com/office/drawing/2014/main" id="{7464D218-53EF-74AB-F18B-70491E723A24}"/>
              </a:ext>
            </a:extLst>
          </p:cNvPr>
          <p:cNvSpPr txBox="1"/>
          <p:nvPr/>
        </p:nvSpPr>
        <p:spPr>
          <a:xfrm>
            <a:off x="3507776" y="2559776"/>
            <a:ext cx="3185584" cy="2493068"/>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Business Logic Layer</a:t>
            </a:r>
          </a:p>
          <a:p>
            <a:r>
              <a:rPr lang="en-US" sz="1200" dirty="0">
                <a:latin typeface="Times New Roman" panose="02020603050405020304" pitchFamily="18" charset="0"/>
                <a:cs typeface="Times New Roman" panose="02020603050405020304" pitchFamily="18" charset="0"/>
              </a:rPr>
              <a:t>Processes user actions </a:t>
            </a:r>
          </a:p>
          <a:p>
            <a:r>
              <a:rPr lang="en-US" sz="1200" dirty="0">
                <a:latin typeface="Times New Roman" panose="02020603050405020304" pitchFamily="18" charset="0"/>
                <a:cs typeface="Times New Roman" panose="02020603050405020304" pitchFamily="18" charset="0"/>
              </a:rPr>
              <a:t>Validates forms and data </a:t>
            </a:r>
          </a:p>
          <a:p>
            <a:r>
              <a:rPr lang="en-US" sz="1200" b="1" dirty="0">
                <a:latin typeface="Times New Roman" panose="02020603050405020304" pitchFamily="18" charset="0"/>
                <a:cs typeface="Times New Roman" panose="02020603050405020304" pitchFamily="18" charset="0"/>
              </a:rPr>
              <a:t>Data Storage Layer</a:t>
            </a:r>
          </a:p>
          <a:p>
            <a:r>
              <a:rPr lang="en-US" sz="1200" dirty="0">
                <a:latin typeface="Times New Roman" panose="02020603050405020304" pitchFamily="18" charset="0"/>
                <a:cs typeface="Times New Roman" panose="02020603050405020304" pitchFamily="18" charset="0"/>
              </a:rPr>
              <a:t>Uses browser localStorage </a:t>
            </a:r>
          </a:p>
          <a:p>
            <a:r>
              <a:rPr lang="en-US" sz="1200" dirty="0">
                <a:latin typeface="Times New Roman" panose="02020603050405020304" pitchFamily="18" charset="0"/>
                <a:cs typeface="Times New Roman" panose="02020603050405020304" pitchFamily="18" charset="0"/>
              </a:rPr>
              <a:t>Stores cart and order information </a:t>
            </a:r>
          </a:p>
          <a:p>
            <a:r>
              <a:rPr lang="en-US" sz="1200" b="1" dirty="0">
                <a:latin typeface="Times New Roman" panose="02020603050405020304" pitchFamily="18" charset="0"/>
                <a:cs typeface="Times New Roman" panose="02020603050405020304" pitchFamily="18" charset="0"/>
              </a:rPr>
              <a:t>Advantages</a:t>
            </a:r>
          </a:p>
          <a:p>
            <a:r>
              <a:rPr lang="en-US" sz="1200" dirty="0">
                <a:latin typeface="Times New Roman" panose="02020603050405020304" pitchFamily="18" charset="0"/>
                <a:cs typeface="Times New Roman" panose="02020603050405020304" pitchFamily="18" charset="0"/>
              </a:rPr>
              <a:t>Faster performance </a:t>
            </a:r>
          </a:p>
          <a:p>
            <a:r>
              <a:rPr lang="en-US" sz="1200" dirty="0">
                <a:latin typeface="Times New Roman" panose="02020603050405020304" pitchFamily="18" charset="0"/>
                <a:cs typeface="Times New Roman" panose="02020603050405020304" pitchFamily="18" charset="0"/>
              </a:rPr>
              <a:t>Better user experience </a:t>
            </a:r>
          </a:p>
          <a:p>
            <a:r>
              <a:rPr lang="en-US" sz="1200" dirty="0">
                <a:latin typeface="Times New Roman" panose="02020603050405020304" pitchFamily="18" charset="0"/>
                <a:cs typeface="Times New Roman" panose="02020603050405020304" pitchFamily="18" charset="0"/>
              </a:rPr>
              <a:t>Reduced page reloads </a:t>
            </a:r>
          </a:p>
          <a:p>
            <a:r>
              <a:rPr lang="en-US" sz="1200" dirty="0">
                <a:latin typeface="Times New Roman" panose="02020603050405020304" pitchFamily="18" charset="0"/>
                <a:cs typeface="Times New Roman" panose="02020603050405020304" pitchFamily="18" charset="0"/>
              </a:rPr>
              <a:t>Easy maintenance</a:t>
            </a:r>
          </a:p>
          <a:p>
            <a:endParaRPr lang="en-MA" dirty="0"/>
          </a:p>
        </p:txBody>
      </p:sp>
    </p:spTree>
    <p:extLst>
      <p:ext uri="{BB962C8B-B14F-4D97-AF65-F5344CB8AC3E}">
        <p14:creationId xmlns:p14="http://schemas.microsoft.com/office/powerpoint/2010/main" val="818488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A8072F-ED76-F415-68E3-57B18D6ADD0F}"/>
              </a:ext>
            </a:extLst>
          </p:cNvPr>
          <p:cNvSpPr>
            <a:spLocks noGrp="1"/>
          </p:cNvSpPr>
          <p:nvPr>
            <p:ph type="title"/>
          </p:nvPr>
        </p:nvSpPr>
        <p:spPr>
          <a:xfrm>
            <a:off x="261260" y="45517"/>
            <a:ext cx="8088086" cy="811530"/>
          </a:xfrm>
        </p:spPr>
        <p:txBody>
          <a:bodyPr anchor="b">
            <a:normAutofit/>
          </a:bodyPr>
          <a:lstStyle/>
          <a:p>
            <a:r>
              <a:rPr lang="en-US" sz="5000" dirty="0"/>
              <a:t>Core System Components</a:t>
            </a:r>
            <a:endParaRPr lang="en-MA" sz="5000" dirty="0"/>
          </a:p>
        </p:txBody>
      </p:sp>
      <p:sp>
        <p:nvSpPr>
          <p:cNvPr id="12"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9B998EA-9E4A-0910-3306-BA15CD330A1A}"/>
              </a:ext>
            </a:extLst>
          </p:cNvPr>
          <p:cNvSpPr>
            <a:spLocks noGrp="1"/>
          </p:cNvSpPr>
          <p:nvPr>
            <p:ph idx="1"/>
          </p:nvPr>
        </p:nvSpPr>
        <p:spPr>
          <a:xfrm>
            <a:off x="261260" y="2559667"/>
            <a:ext cx="2405742" cy="3814355"/>
          </a:xfrm>
        </p:spPr>
        <p:txBody>
          <a:bodyPr anchor="t">
            <a:normAutofit/>
          </a:bodyPr>
          <a:lstStyle/>
          <a:p>
            <a:r>
              <a:rPr lang="en-US" sz="1700" b="1" dirty="0"/>
              <a:t>App Shell &amp; Router</a:t>
            </a:r>
          </a:p>
          <a:p>
            <a:r>
              <a:rPr lang="en-US" sz="1700" dirty="0"/>
              <a:t>Controls page navigation </a:t>
            </a:r>
          </a:p>
          <a:p>
            <a:r>
              <a:rPr lang="en-US" sz="1700" dirty="0"/>
              <a:t>Manages application layout </a:t>
            </a:r>
          </a:p>
          <a:p>
            <a:r>
              <a:rPr lang="en-US" sz="1700" b="1" dirty="0"/>
              <a:t>Page Views</a:t>
            </a:r>
          </a:p>
          <a:p>
            <a:r>
              <a:rPr lang="en-US" sz="1700" dirty="0"/>
              <a:t>Home Page </a:t>
            </a:r>
          </a:p>
          <a:p>
            <a:r>
              <a:rPr lang="en-US" sz="1700" dirty="0"/>
              <a:t>Menu Page </a:t>
            </a:r>
          </a:p>
          <a:p>
            <a:r>
              <a:rPr lang="en-US" sz="1700" dirty="0"/>
              <a:t>Contact Page </a:t>
            </a:r>
          </a:p>
          <a:p>
            <a:r>
              <a:rPr lang="en-US" sz="1700" dirty="0"/>
              <a:t>Checkout Page </a:t>
            </a:r>
          </a:p>
          <a:p>
            <a:endParaRPr lang="en-MA" sz="600" dirty="0"/>
          </a:p>
        </p:txBody>
      </p:sp>
      <p:pic>
        <p:nvPicPr>
          <p:cNvPr id="5" name="Picture 4" descr="A computer screen shot of a program code&#10;&#10;AI-generated content may be incorrect.">
            <a:extLst>
              <a:ext uri="{FF2B5EF4-FFF2-40B4-BE49-F238E27FC236}">
                <a16:creationId xmlns:a16="http://schemas.microsoft.com/office/drawing/2014/main" id="{1D7BDBB1-0E51-0652-1D24-A3DAD37761D2}"/>
              </a:ext>
            </a:extLst>
          </p:cNvPr>
          <p:cNvPicPr>
            <a:picLocks noChangeAspect="1"/>
          </p:cNvPicPr>
          <p:nvPr/>
        </p:nvPicPr>
        <p:blipFill>
          <a:blip r:embed="rId2"/>
          <a:stretch>
            <a:fillRect/>
          </a:stretch>
        </p:blipFill>
        <p:spPr>
          <a:xfrm>
            <a:off x="6089754" y="1114323"/>
            <a:ext cx="5458968" cy="5486400"/>
          </a:xfrm>
          <a:prstGeom prst="rect">
            <a:avLst/>
          </a:prstGeom>
        </p:spPr>
      </p:pic>
      <p:sp>
        <p:nvSpPr>
          <p:cNvPr id="6" name="TextBox 5">
            <a:extLst>
              <a:ext uri="{FF2B5EF4-FFF2-40B4-BE49-F238E27FC236}">
                <a16:creationId xmlns:a16="http://schemas.microsoft.com/office/drawing/2014/main" id="{6DD5D8C7-6060-779C-4187-DDC8D3BBC0D9}"/>
              </a:ext>
            </a:extLst>
          </p:cNvPr>
          <p:cNvSpPr txBox="1"/>
          <p:nvPr/>
        </p:nvSpPr>
        <p:spPr>
          <a:xfrm>
            <a:off x="3058886" y="2660033"/>
            <a:ext cx="2862943" cy="3323987"/>
          </a:xfrm>
          <a:prstGeom prst="rect">
            <a:avLst/>
          </a:prstGeom>
          <a:noFill/>
        </p:spPr>
        <p:txBody>
          <a:bodyPr wrap="square" rtlCol="0">
            <a:spAutoFit/>
          </a:bodyPr>
          <a:lstStyle/>
          <a:p>
            <a:r>
              <a:rPr lang="en-US" sz="1200" b="1" dirty="0"/>
              <a:t>Cart Sidebar</a:t>
            </a:r>
          </a:p>
          <a:p>
            <a:r>
              <a:rPr lang="en-US" sz="1200" dirty="0"/>
              <a:t>Displays selected items </a:t>
            </a:r>
          </a:p>
          <a:p>
            <a:r>
              <a:rPr lang="en-US" sz="1200" dirty="0"/>
              <a:t>Updates quantities </a:t>
            </a:r>
          </a:p>
          <a:p>
            <a:r>
              <a:rPr lang="en-US" sz="1200" b="1" dirty="0"/>
              <a:t>Data Store</a:t>
            </a:r>
          </a:p>
          <a:p>
            <a:r>
              <a:rPr lang="en-US" sz="1200" dirty="0"/>
              <a:t>Stores: </a:t>
            </a:r>
          </a:p>
          <a:p>
            <a:pPr lvl="1"/>
            <a:r>
              <a:rPr lang="en-US" sz="1200" dirty="0"/>
              <a:t>Orders </a:t>
            </a:r>
          </a:p>
          <a:p>
            <a:pPr lvl="1"/>
            <a:r>
              <a:rPr lang="en-US" sz="1200" dirty="0"/>
              <a:t>Cart items </a:t>
            </a:r>
          </a:p>
          <a:p>
            <a:pPr lvl="1"/>
            <a:r>
              <a:rPr lang="en-US" sz="1200" dirty="0"/>
              <a:t>Favorites </a:t>
            </a:r>
          </a:p>
          <a:p>
            <a:r>
              <a:rPr lang="en-US" sz="1200" b="1" dirty="0"/>
              <a:t>Utility Functions</a:t>
            </a:r>
          </a:p>
          <a:p>
            <a:r>
              <a:rPr lang="en-US" sz="1200" dirty="0"/>
              <a:t>Form validation </a:t>
            </a:r>
          </a:p>
          <a:p>
            <a:r>
              <a:rPr lang="en-US" sz="1200" dirty="0"/>
              <a:t>Data filtering </a:t>
            </a:r>
          </a:p>
          <a:p>
            <a:r>
              <a:rPr lang="en-US" sz="1200" dirty="0"/>
              <a:t>Error handling </a:t>
            </a:r>
          </a:p>
          <a:p>
            <a:r>
              <a:rPr lang="en-US" sz="1200" b="1" dirty="0"/>
              <a:t>Benefits</a:t>
            </a:r>
          </a:p>
          <a:p>
            <a:r>
              <a:rPr lang="en-US" sz="1200" dirty="0"/>
              <a:t>Modular architecture </a:t>
            </a:r>
          </a:p>
          <a:p>
            <a:r>
              <a:rPr lang="en-US" sz="1200" dirty="0"/>
              <a:t>Reusable code </a:t>
            </a:r>
          </a:p>
          <a:p>
            <a:r>
              <a:rPr lang="en-US" sz="1200" dirty="0"/>
              <a:t>Easier debugging</a:t>
            </a:r>
          </a:p>
          <a:p>
            <a:endParaRPr lang="en-MA" dirty="0"/>
          </a:p>
        </p:txBody>
      </p:sp>
    </p:spTree>
    <p:extLst>
      <p:ext uri="{BB962C8B-B14F-4D97-AF65-F5344CB8AC3E}">
        <p14:creationId xmlns:p14="http://schemas.microsoft.com/office/powerpoint/2010/main" val="58365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3DC52-69BD-D5C1-828B-1AF6971671B9}"/>
              </a:ext>
            </a:extLst>
          </p:cNvPr>
          <p:cNvSpPr>
            <a:spLocks noGrp="1"/>
          </p:cNvSpPr>
          <p:nvPr>
            <p:ph type="title"/>
          </p:nvPr>
        </p:nvSpPr>
        <p:spPr/>
        <p:txBody>
          <a:bodyPr/>
          <a:lstStyle/>
          <a:p>
            <a:r>
              <a:rPr lang="en-US" dirty="0">
                <a:latin typeface="Bangla MN" pitchFamily="2" charset="0"/>
                <a:cs typeface="Bangla MN" pitchFamily="2" charset="0"/>
              </a:rPr>
              <a:t>Website Structure</a:t>
            </a:r>
            <a:endParaRPr lang="en-MA" dirty="0">
              <a:latin typeface="Bangla MN" pitchFamily="2" charset="0"/>
              <a:cs typeface="Bangla MN" pitchFamily="2" charset="0"/>
            </a:endParaRPr>
          </a:p>
        </p:txBody>
      </p:sp>
      <p:sp>
        <p:nvSpPr>
          <p:cNvPr id="6" name="TextBox 5">
            <a:extLst>
              <a:ext uri="{FF2B5EF4-FFF2-40B4-BE49-F238E27FC236}">
                <a16:creationId xmlns:a16="http://schemas.microsoft.com/office/drawing/2014/main" id="{89D34ADF-0ABB-66BA-BCD6-AADB7C9D340C}"/>
              </a:ext>
            </a:extLst>
          </p:cNvPr>
          <p:cNvSpPr txBox="1"/>
          <p:nvPr/>
        </p:nvSpPr>
        <p:spPr>
          <a:xfrm>
            <a:off x="274550" y="1690688"/>
            <a:ext cx="4705134" cy="2308324"/>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Project Architecture</a:t>
            </a:r>
          </a:p>
          <a:p>
            <a:r>
              <a:rPr lang="en-US" dirty="0">
                <a:latin typeface="Times New Roman" panose="02020603050405020304" pitchFamily="18" charset="0"/>
                <a:cs typeface="Times New Roman" panose="02020603050405020304" pitchFamily="18" charset="0"/>
              </a:rPr>
              <a:t>Built using </a:t>
            </a:r>
            <a:r>
              <a:rPr lang="en-US" b="1" dirty="0">
                <a:latin typeface="Times New Roman" panose="02020603050405020304" pitchFamily="18" charset="0"/>
                <a:cs typeface="Times New Roman" panose="02020603050405020304" pitchFamily="18" charset="0"/>
              </a:rPr>
              <a:t>React + Vite</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Uses </a:t>
            </a:r>
            <a:r>
              <a:rPr lang="en-US" b="1" dirty="0">
                <a:latin typeface="Times New Roman" panose="02020603050405020304" pitchFamily="18" charset="0"/>
                <a:cs typeface="Times New Roman" panose="02020603050405020304" pitchFamily="18" charset="0"/>
              </a:rPr>
              <a:t>React Router DOM</a:t>
            </a:r>
            <a:r>
              <a:rPr lang="en-US" dirty="0">
                <a:latin typeface="Times New Roman" panose="02020603050405020304" pitchFamily="18" charset="0"/>
                <a:cs typeface="Times New Roman" panose="02020603050405020304" pitchFamily="18" charset="0"/>
              </a:rPr>
              <a:t> for navigation </a:t>
            </a:r>
          </a:p>
          <a:p>
            <a:r>
              <a:rPr lang="en-US" dirty="0">
                <a:latin typeface="Times New Roman" panose="02020603050405020304" pitchFamily="18" charset="0"/>
                <a:cs typeface="Times New Roman" panose="02020603050405020304" pitchFamily="18" charset="0"/>
              </a:rPr>
              <a:t>Single Page Application (SPA) </a:t>
            </a:r>
          </a:p>
          <a:p>
            <a:r>
              <a:rPr lang="en-US" dirty="0">
                <a:latin typeface="Times New Roman" panose="02020603050405020304" pitchFamily="18" charset="0"/>
                <a:cs typeface="Times New Roman" panose="02020603050405020304" pitchFamily="18" charset="0"/>
              </a:rPr>
              <a:t>Centralized application logic in </a:t>
            </a:r>
            <a:r>
              <a:rPr lang="en-US" b="1" dirty="0">
                <a:latin typeface="Times New Roman" panose="02020603050405020304" pitchFamily="18" charset="0"/>
                <a:cs typeface="Times New Roman" panose="02020603050405020304" pitchFamily="18" charset="0"/>
              </a:rPr>
              <a:t>App.jsx</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Global styling managed through </a:t>
            </a:r>
            <a:r>
              <a:rPr lang="en-US" b="1" dirty="0">
                <a:latin typeface="Times New Roman" panose="02020603050405020304" pitchFamily="18" charset="0"/>
                <a:cs typeface="Times New Roman" panose="02020603050405020304" pitchFamily="18" charset="0"/>
              </a:rPr>
              <a:t>styles.css</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Browser Local Storage used for data persistence </a:t>
            </a:r>
          </a:p>
          <a:p>
            <a:endParaRPr lang="en-MA" dirty="0"/>
          </a:p>
        </p:txBody>
      </p:sp>
      <p:sp>
        <p:nvSpPr>
          <p:cNvPr id="7" name="TextBox 6">
            <a:extLst>
              <a:ext uri="{FF2B5EF4-FFF2-40B4-BE49-F238E27FC236}">
                <a16:creationId xmlns:a16="http://schemas.microsoft.com/office/drawing/2014/main" id="{E23E0AA3-D2BC-7B56-1998-C3BABE596E9E}"/>
              </a:ext>
            </a:extLst>
          </p:cNvPr>
          <p:cNvSpPr txBox="1"/>
          <p:nvPr/>
        </p:nvSpPr>
        <p:spPr>
          <a:xfrm>
            <a:off x="274550" y="5167311"/>
            <a:ext cx="10833506" cy="1477328"/>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website follows a Single Page Application structure built with React and React Router. Customers can browse the menu, view dish details, add items to the cart, complete checkout, and track orders. Additional pages such as Gallery, Favorites, Profile, and Admin Dashboard provide a complete restaurant management and customer experience system."</a:t>
            </a:r>
          </a:p>
          <a:p>
            <a:endParaRPr lang="en-MA" dirty="0"/>
          </a:p>
        </p:txBody>
      </p:sp>
      <p:pic>
        <p:nvPicPr>
          <p:cNvPr id="9" name="Picture 8" descr="A diagram of a software&#10;&#10;AI-generated content may be incorrect.">
            <a:extLst>
              <a:ext uri="{FF2B5EF4-FFF2-40B4-BE49-F238E27FC236}">
                <a16:creationId xmlns:a16="http://schemas.microsoft.com/office/drawing/2014/main" id="{0901BAE1-F5C6-C652-2F58-C3CBDE812F41}"/>
              </a:ext>
            </a:extLst>
          </p:cNvPr>
          <p:cNvPicPr>
            <a:picLocks noChangeAspect="1"/>
          </p:cNvPicPr>
          <p:nvPr/>
        </p:nvPicPr>
        <p:blipFill>
          <a:blip r:embed="rId2"/>
          <a:stretch>
            <a:fillRect/>
          </a:stretch>
        </p:blipFill>
        <p:spPr>
          <a:xfrm>
            <a:off x="4979685" y="1577146"/>
            <a:ext cx="7212316" cy="3371091"/>
          </a:xfrm>
          <a:prstGeom prst="rect">
            <a:avLst/>
          </a:prstGeom>
        </p:spPr>
      </p:pic>
    </p:spTree>
    <p:extLst>
      <p:ext uri="{BB962C8B-B14F-4D97-AF65-F5344CB8AC3E}">
        <p14:creationId xmlns:p14="http://schemas.microsoft.com/office/powerpoint/2010/main" val="832910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884E4-38AD-5F56-431A-20E8E2F2CC73}"/>
              </a:ext>
            </a:extLst>
          </p:cNvPr>
          <p:cNvSpPr>
            <a:spLocks noGrp="1"/>
          </p:cNvSpPr>
          <p:nvPr>
            <p:ph type="title"/>
          </p:nvPr>
        </p:nvSpPr>
        <p:spPr>
          <a:xfrm>
            <a:off x="263506" y="208134"/>
            <a:ext cx="10515600" cy="1325563"/>
          </a:xfrm>
        </p:spPr>
        <p:txBody>
          <a:bodyPr/>
          <a:lstStyle/>
          <a:p>
            <a:r>
              <a:rPr lang="en-US" dirty="0">
                <a:latin typeface="Bangla MN" pitchFamily="2" charset="0"/>
                <a:cs typeface="Bangla MN" pitchFamily="2" charset="0"/>
              </a:rPr>
              <a:t>Implementation</a:t>
            </a:r>
            <a:br>
              <a:rPr lang="en-US" dirty="0">
                <a:latin typeface="Bangla MN" pitchFamily="2" charset="0"/>
                <a:cs typeface="Bangla MN" pitchFamily="2" charset="0"/>
              </a:rPr>
            </a:br>
            <a:endParaRPr lang="en-MA" dirty="0">
              <a:latin typeface="Bangla MN" pitchFamily="2" charset="0"/>
              <a:cs typeface="Bangla MN" pitchFamily="2" charset="0"/>
            </a:endParaRPr>
          </a:p>
        </p:txBody>
      </p:sp>
      <p:sp>
        <p:nvSpPr>
          <p:cNvPr id="3" name="Content Placeholder 2">
            <a:extLst>
              <a:ext uri="{FF2B5EF4-FFF2-40B4-BE49-F238E27FC236}">
                <a16:creationId xmlns:a16="http://schemas.microsoft.com/office/drawing/2014/main" id="{48FA08A4-E009-0623-CADC-85453CBA611B}"/>
              </a:ext>
            </a:extLst>
          </p:cNvPr>
          <p:cNvSpPr>
            <a:spLocks noGrp="1"/>
          </p:cNvSpPr>
          <p:nvPr>
            <p:ph idx="1"/>
          </p:nvPr>
        </p:nvSpPr>
        <p:spPr>
          <a:xfrm>
            <a:off x="0" y="1636237"/>
            <a:ext cx="4394200" cy="2187575"/>
          </a:xfrm>
        </p:spPr>
        <p:txBody>
          <a:bodyPr>
            <a:normAutofit/>
          </a:bodyPr>
          <a:lstStyle/>
          <a:p>
            <a:r>
              <a:rPr lang="en-US" sz="1300" b="1" dirty="0"/>
              <a:t>Core Technology Stack</a:t>
            </a:r>
          </a:p>
          <a:p>
            <a:r>
              <a:rPr lang="en-US" sz="1300" b="1" dirty="0"/>
              <a:t>React.js</a:t>
            </a:r>
            <a:r>
              <a:rPr lang="en-US" sz="1300" dirty="0"/>
              <a:t> – Frontend Framework </a:t>
            </a:r>
          </a:p>
          <a:p>
            <a:r>
              <a:rPr lang="en-US" sz="1300" b="1" dirty="0"/>
              <a:t>Vite</a:t>
            </a:r>
            <a:r>
              <a:rPr lang="en-US" sz="1300" dirty="0"/>
              <a:t> – Build Tool </a:t>
            </a:r>
          </a:p>
          <a:p>
            <a:r>
              <a:rPr lang="en-US" sz="1300" b="1" dirty="0"/>
              <a:t>React Router DOM</a:t>
            </a:r>
            <a:r>
              <a:rPr lang="en-US" sz="1300" dirty="0"/>
              <a:t> – Navigation &amp; Routing </a:t>
            </a:r>
          </a:p>
          <a:p>
            <a:r>
              <a:rPr lang="en-US" sz="1300" b="1" dirty="0"/>
              <a:t>HTML5</a:t>
            </a:r>
            <a:r>
              <a:rPr lang="en-US" sz="1300" dirty="0"/>
              <a:t> – Structure </a:t>
            </a:r>
          </a:p>
          <a:p>
            <a:r>
              <a:rPr lang="en-US" sz="1300" b="1" dirty="0"/>
              <a:t>CSS3</a:t>
            </a:r>
            <a:r>
              <a:rPr lang="en-US" sz="1300" dirty="0"/>
              <a:t> – Styling &amp; Responsive Design </a:t>
            </a:r>
          </a:p>
          <a:p>
            <a:r>
              <a:rPr lang="en-US" sz="1300" b="1" dirty="0"/>
              <a:t>JavaScript (ES6+)</a:t>
            </a:r>
            <a:r>
              <a:rPr lang="en-US" sz="1300" dirty="0"/>
              <a:t> – Interactivity &amp; Logic </a:t>
            </a:r>
          </a:p>
          <a:p>
            <a:endParaRPr lang="en-MA" dirty="0"/>
          </a:p>
        </p:txBody>
      </p:sp>
      <p:sp>
        <p:nvSpPr>
          <p:cNvPr id="7" name="TextBox 6">
            <a:extLst>
              <a:ext uri="{FF2B5EF4-FFF2-40B4-BE49-F238E27FC236}">
                <a16:creationId xmlns:a16="http://schemas.microsoft.com/office/drawing/2014/main" id="{DA984D1A-130C-14D6-85FB-9A0B32BB9106}"/>
              </a:ext>
            </a:extLst>
          </p:cNvPr>
          <p:cNvSpPr txBox="1"/>
          <p:nvPr/>
        </p:nvSpPr>
        <p:spPr>
          <a:xfrm>
            <a:off x="0" y="5620502"/>
            <a:ext cx="12192000" cy="492443"/>
          </a:xfrm>
          <a:prstGeom prst="rect">
            <a:avLst/>
          </a:prstGeom>
          <a:noFill/>
        </p:spPr>
        <p:txBody>
          <a:bodyPr wrap="square" rtlCol="0">
            <a:spAutoFit/>
          </a:bodyPr>
          <a:lstStyle/>
          <a:p>
            <a:r>
              <a:rPr lang="en-US" sz="1300" dirty="0">
                <a:latin typeface="Times New Roman" panose="02020603050405020304" pitchFamily="18" charset="0"/>
                <a:cs typeface="Times New Roman" panose="02020603050405020304" pitchFamily="18" charset="0"/>
              </a:rPr>
              <a:t>The implementation is based on React and Vite. The application entry point is .jsx, which loads App.jsx through BrowserRouter. App.jsx manages routing, application state, and UI components. React Router handles page navigation, while state management controls cart operations, user authentication, favorites, and order processing</a:t>
            </a:r>
            <a:endParaRPr lang="en-MA" sz="1300"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86AFC856-1FFA-EB2A-F765-32C5E9BFCAB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MA"/>
          </a:p>
        </p:txBody>
      </p:sp>
      <p:sp>
        <p:nvSpPr>
          <p:cNvPr id="8" name="Rectangle 8">
            <a:extLst>
              <a:ext uri="{FF2B5EF4-FFF2-40B4-BE49-F238E27FC236}">
                <a16:creationId xmlns:a16="http://schemas.microsoft.com/office/drawing/2014/main" id="{E323661F-5A9B-8552-096B-14B61335C053}"/>
              </a:ext>
            </a:extLst>
          </p:cNvPr>
          <p:cNvSpPr>
            <a:spLocks noChangeArrowheads="1"/>
          </p:cNvSpPr>
          <p:nvPr/>
        </p:nvSpPr>
        <p:spPr bwMode="auto">
          <a:xfrm>
            <a:off x="5872172" y="1879781"/>
            <a:ext cx="6162675" cy="2579687"/>
          </a:xfrm>
          <a:prstGeom prst="rect">
            <a:avLst/>
          </a:prstGeom>
          <a:solidFill>
            <a:srgbClr val="FFFFFF"/>
          </a:solidFill>
          <a:ln w="19050">
            <a:solidFill>
              <a:srgbClr val="4EA72E"/>
            </a:solidFill>
            <a:miter lim="800000"/>
            <a:headEnd/>
            <a:tailEnd/>
          </a:ln>
        </p:spPr>
        <p:txBody>
          <a:bodyPr vert="horz" wrap="square" lIns="91440" tIns="45720" rIns="91440" bIns="45720" numCol="1" anchor="ctr" anchorCtr="0" compatLnSpc="1">
            <a:prstTxWarp prst="textNoShape">
              <a:avLst/>
            </a:prstTxWarp>
          </a:bodyPr>
          <a:lstStyle>
            <a:lvl1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1pPr>
            <a:lvl2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2pPr>
            <a:lvl3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3pPr>
            <a:lvl4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4pPr>
            <a:lvl5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5pPr>
            <a:lvl6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6pPr>
            <a:lvl7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7pPr>
            <a:lvl8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8pPr>
            <a:lvl9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MA" altLang="en-MA" sz="1000" b="0" i="0" u="none" strike="noStrike" cap="none" normalizeH="0" baseline="0" dirty="0">
                <a:ln>
                  <a:noFill/>
                </a:ln>
                <a:solidFill>
                  <a:schemeClr val="tx1"/>
                </a:solidFill>
                <a:effectLst/>
                <a:latin typeface="Courier New" panose="02070309020205020404" pitchFamily="49" charset="0"/>
                <a:ea typeface="Times New Roman" panose="02020603050405020304" pitchFamily="18" charset="0"/>
                <a:cs typeface="Arial" panose="020B0604020202020204" pitchFamily="34" charset="0"/>
              </a:rPr>
              <a:t>// Target Page Component structure within App.jsx or src/pages/Home.jsx</a:t>
            </a:r>
            <a:endParaRPr kumimoji="0" lang="en-MA" altLang="en-MA"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MA" altLang="en-MA" sz="1000" b="0" i="0" u="none" strike="noStrike" cap="none" normalizeH="0" baseline="0" dirty="0">
                <a:ln>
                  <a:noFill/>
                </a:ln>
                <a:solidFill>
                  <a:schemeClr val="tx1"/>
                </a:solidFill>
                <a:effectLst/>
                <a:latin typeface="Courier New" panose="02070309020205020404" pitchFamily="49" charset="0"/>
                <a:ea typeface="Times New Roman" panose="02020603050405020304" pitchFamily="18" charset="0"/>
                <a:cs typeface="Arial" panose="020B0604020202020204" pitchFamily="34" charset="0"/>
              </a:rPr>
              <a:t>export default function Home() {</a:t>
            </a:r>
            <a:endParaRPr kumimoji="0" lang="en-MA" altLang="en-MA"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MA" altLang="en-MA" sz="1000" b="0" i="0" u="none" strike="noStrike" cap="none" normalizeH="0" baseline="0" dirty="0">
                <a:ln>
                  <a:noFill/>
                </a:ln>
                <a:solidFill>
                  <a:schemeClr val="tx1"/>
                </a:solidFill>
                <a:effectLst/>
                <a:latin typeface="Courier New" panose="02070309020205020404" pitchFamily="49" charset="0"/>
                <a:ea typeface="Times New Roman" panose="02020603050405020304" pitchFamily="18" charset="0"/>
                <a:cs typeface="Arial" panose="020B0604020202020204" pitchFamily="34" charset="0"/>
              </a:rPr>
              <a:t>  return (</a:t>
            </a:r>
            <a:endParaRPr kumimoji="0" lang="en-MA" altLang="en-MA"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MA" altLang="en-MA" sz="1000" b="0" i="0" u="none" strike="noStrike" cap="none" normalizeH="0" baseline="0" dirty="0">
                <a:ln>
                  <a:noFill/>
                </a:ln>
                <a:solidFill>
                  <a:schemeClr val="tx1"/>
                </a:solidFill>
                <a:effectLst/>
                <a:latin typeface="Courier New" panose="02070309020205020404" pitchFamily="49" charset="0"/>
                <a:ea typeface="Times New Roman" panose="02020603050405020304" pitchFamily="18" charset="0"/>
                <a:cs typeface="Arial" panose="020B0604020202020204" pitchFamily="34" charset="0"/>
              </a:rPr>
              <a:t>    &lt;&gt;</a:t>
            </a:r>
            <a:endParaRPr kumimoji="0" lang="en-MA" altLang="en-MA"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MA" altLang="en-MA" sz="1000" b="0" i="0" u="none" strike="noStrike" cap="none" normalizeH="0" baseline="0" dirty="0">
                <a:ln>
                  <a:noFill/>
                </a:ln>
                <a:solidFill>
                  <a:schemeClr val="tx1"/>
                </a:solidFill>
                <a:effectLst/>
                <a:latin typeface="Courier New" panose="02070309020205020404" pitchFamily="49" charset="0"/>
                <a:ea typeface="Times New Roman" panose="02020603050405020304" pitchFamily="18" charset="0"/>
                <a:cs typeface="Arial" panose="020B0604020202020204" pitchFamily="34" charset="0"/>
              </a:rPr>
              <a:t>      &lt;header&gt;</a:t>
            </a:r>
            <a:endParaRPr kumimoji="0" lang="en-MA" altLang="en-MA"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MA" altLang="en-MA" sz="1000" b="0" i="0" u="none" strike="noStrike" cap="none" normalizeH="0" baseline="0" dirty="0">
                <a:ln>
                  <a:noFill/>
                </a:ln>
                <a:solidFill>
                  <a:schemeClr val="tx1"/>
                </a:solidFill>
                <a:effectLst/>
                <a:latin typeface="Courier New" panose="02070309020205020404" pitchFamily="49" charset="0"/>
                <a:ea typeface="Times New Roman" panose="02020603050405020304" pitchFamily="18" charset="0"/>
                <a:cs typeface="Arial" panose="020B0604020202020204" pitchFamily="34" charset="0"/>
              </a:rPr>
              <a:t>        &lt;nav&gt;...links...&lt;/nav&gt;</a:t>
            </a:r>
            <a:endParaRPr kumimoji="0" lang="en-MA" altLang="en-MA"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MA" altLang="en-MA" sz="1000" b="0" i="0" u="none" strike="noStrike" cap="none" normalizeH="0" baseline="0" dirty="0">
                <a:ln>
                  <a:noFill/>
                </a:ln>
                <a:solidFill>
                  <a:schemeClr val="tx1"/>
                </a:solidFill>
                <a:effectLst/>
                <a:latin typeface="Courier New" panose="02070309020205020404" pitchFamily="49" charset="0"/>
                <a:ea typeface="Times New Roman" panose="02020603050405020304" pitchFamily="18" charset="0"/>
                <a:cs typeface="Arial" panose="020B0604020202020204" pitchFamily="34" charset="0"/>
              </a:rPr>
              <a:t>      &lt;/header&gt;</a:t>
            </a:r>
            <a:endParaRPr kumimoji="0" lang="en-MA" altLang="en-MA"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MA" altLang="en-MA" sz="1000" b="0" i="0" u="none" strike="noStrike" cap="none" normalizeH="0" baseline="0" dirty="0">
                <a:ln>
                  <a:noFill/>
                </a:ln>
                <a:solidFill>
                  <a:schemeClr val="tx1"/>
                </a:solidFill>
                <a:effectLst/>
                <a:latin typeface="Courier New" panose="02070309020205020404" pitchFamily="49" charset="0"/>
                <a:ea typeface="Times New Roman" panose="02020603050405020304" pitchFamily="18" charset="0"/>
                <a:cs typeface="Arial" panose="020B0604020202020204" pitchFamily="34" charset="0"/>
              </a:rPr>
              <a:t>      &lt;main&gt;</a:t>
            </a:r>
            <a:endParaRPr kumimoji="0" lang="en-MA" altLang="en-MA"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MA" altLang="en-MA" sz="1000" b="0" i="0" u="none" strike="noStrike" cap="none" normalizeH="0" baseline="0" dirty="0">
                <a:ln>
                  <a:noFill/>
                </a:ln>
                <a:solidFill>
                  <a:schemeClr val="tx1"/>
                </a:solidFill>
                <a:effectLst/>
                <a:latin typeface="Courier New" panose="02070309020205020404" pitchFamily="49" charset="0"/>
                <a:ea typeface="Times New Roman" panose="02020603050405020304" pitchFamily="18" charset="0"/>
                <a:cs typeface="Arial" panose="020B0604020202020204" pitchFamily="34" charset="0"/>
              </a:rPr>
              <a:t>        &lt;section className="hero"&gt;...&lt;/section&gt;</a:t>
            </a:r>
            <a:endParaRPr kumimoji="0" lang="en-MA" altLang="en-MA"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MA" altLang="en-MA" sz="1000" b="0" i="0" u="none" strike="noStrike" cap="none" normalizeH="0" baseline="0" dirty="0">
                <a:ln>
                  <a:noFill/>
                </a:ln>
                <a:solidFill>
                  <a:schemeClr val="tx1"/>
                </a:solidFill>
                <a:effectLst/>
                <a:latin typeface="Courier New" panose="02070309020205020404" pitchFamily="49" charset="0"/>
                <a:ea typeface="Times New Roman" panose="02020603050405020304" pitchFamily="18" charset="0"/>
                <a:cs typeface="Arial" panose="020B0604020202020204" pitchFamily="34" charset="0"/>
              </a:rPr>
              <a:t>        &lt;section className="featured"&gt;...&lt;/section&gt;</a:t>
            </a:r>
            <a:endParaRPr kumimoji="0" lang="en-MA" altLang="en-MA"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MA" altLang="en-MA" sz="1000" b="0" i="0" u="none" strike="noStrike" cap="none" normalizeH="0" baseline="0" dirty="0">
                <a:ln>
                  <a:noFill/>
                </a:ln>
                <a:solidFill>
                  <a:schemeClr val="tx1"/>
                </a:solidFill>
                <a:effectLst/>
                <a:latin typeface="Courier New" panose="02070309020205020404" pitchFamily="49" charset="0"/>
                <a:ea typeface="Times New Roman" panose="02020603050405020304" pitchFamily="18" charset="0"/>
                <a:cs typeface="Arial" panose="020B0604020202020204" pitchFamily="34" charset="0"/>
              </a:rPr>
              <a:t>      &lt;/main&gt;</a:t>
            </a:r>
            <a:endParaRPr kumimoji="0" lang="en-MA" altLang="en-MA"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MA" altLang="en-MA" sz="1000" b="0" i="0" u="none" strike="noStrike" cap="none" normalizeH="0" baseline="0" dirty="0">
                <a:ln>
                  <a:noFill/>
                </a:ln>
                <a:solidFill>
                  <a:schemeClr val="tx1"/>
                </a:solidFill>
                <a:effectLst/>
                <a:latin typeface="Courier New" panose="02070309020205020404" pitchFamily="49" charset="0"/>
                <a:ea typeface="Times New Roman" panose="02020603050405020304" pitchFamily="18" charset="0"/>
                <a:cs typeface="Arial" panose="020B0604020202020204" pitchFamily="34" charset="0"/>
              </a:rPr>
              <a:t>      &lt;footer&gt;...contact &amp; links...&lt;/footer&gt;</a:t>
            </a:r>
            <a:endParaRPr kumimoji="0" lang="en-MA" altLang="en-MA"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MA" altLang="en-MA" sz="1000" b="0" i="0" u="none" strike="noStrike" cap="none" normalizeH="0" baseline="0" dirty="0">
                <a:ln>
                  <a:noFill/>
                </a:ln>
                <a:solidFill>
                  <a:schemeClr val="tx1"/>
                </a:solidFill>
                <a:effectLst/>
                <a:latin typeface="Courier New" panose="02070309020205020404" pitchFamily="49" charset="0"/>
                <a:ea typeface="Times New Roman" panose="02020603050405020304" pitchFamily="18" charset="0"/>
                <a:cs typeface="Arial" panose="020B0604020202020204" pitchFamily="34" charset="0"/>
              </a:rPr>
              <a:t>    &lt;/&gt;</a:t>
            </a:r>
            <a:endParaRPr kumimoji="0" lang="en-MA" altLang="en-MA"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MA" altLang="en-MA" sz="1000" b="0" i="0" u="none" strike="noStrike" cap="none" normalizeH="0" baseline="0" dirty="0">
                <a:ln>
                  <a:noFill/>
                </a:ln>
                <a:solidFill>
                  <a:schemeClr val="tx1"/>
                </a:solidFill>
                <a:effectLst/>
                <a:latin typeface="Courier New" panose="02070309020205020404" pitchFamily="49" charset="0"/>
                <a:ea typeface="Times New Roman" panose="02020603050405020304" pitchFamily="18" charset="0"/>
                <a:cs typeface="Arial" panose="020B0604020202020204" pitchFamily="34" charset="0"/>
              </a:rPr>
              <a:t>  );</a:t>
            </a:r>
            <a:endParaRPr kumimoji="0" lang="en-MA" altLang="en-MA"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MA" altLang="en-MA" sz="1000" b="0" i="0" u="none" strike="noStrike" cap="none" normalizeH="0" baseline="0" dirty="0">
                <a:ln>
                  <a:noFill/>
                </a:ln>
                <a:solidFill>
                  <a:schemeClr val="tx1"/>
                </a:solidFill>
                <a:effectLst/>
                <a:latin typeface="Courier New" panose="02070309020205020404" pitchFamily="49" charset="0"/>
                <a:ea typeface="Times New Roman" panose="02020603050405020304" pitchFamily="18" charset="0"/>
                <a:cs typeface="Arial" panose="020B0604020202020204" pitchFamily="34" charset="0"/>
              </a:rPr>
              <a:t>}</a:t>
            </a:r>
            <a:endParaRPr kumimoji="0" lang="en-MA" altLang="en-MA"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kumimoji="0" lang="en-MA" altLang="en-MA"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CE2778B2-0438-270C-3650-40F089AE0E99}"/>
              </a:ext>
            </a:extLst>
          </p:cNvPr>
          <p:cNvSpPr txBox="1"/>
          <p:nvPr/>
        </p:nvSpPr>
        <p:spPr>
          <a:xfrm>
            <a:off x="6096000" y="1277407"/>
            <a:ext cx="5832494" cy="338554"/>
          </a:xfrm>
          <a:prstGeom prst="rect">
            <a:avLst/>
          </a:prstGeom>
          <a:noFill/>
        </p:spPr>
        <p:txBody>
          <a:bodyPr wrap="none" rtlCol="0">
            <a:spAutoFit/>
          </a:bodyPr>
          <a:lstStyle/>
          <a:p>
            <a:r>
              <a:rPr lang="en-MA" sz="1600" dirty="0">
                <a:latin typeface="Bangla MN" pitchFamily="2" charset="0"/>
                <a:cs typeface="Bangla MN" pitchFamily="2" charset="0"/>
              </a:rPr>
              <a:t>I</a:t>
            </a:r>
            <a:r>
              <a:rPr lang="en-MA" sz="1600" b="1" dirty="0">
                <a:latin typeface="Bangla MN" pitchFamily="2" charset="0"/>
                <a:cs typeface="Bangla MN" pitchFamily="2" charset="0"/>
              </a:rPr>
              <a:t>mplementation Patterns &amp; Page Shell Scaffolding</a:t>
            </a:r>
            <a:r>
              <a:rPr lang="en-MA" sz="1600" dirty="0">
                <a:latin typeface="Bangla MN" pitchFamily="2" charset="0"/>
                <a:cs typeface="Bangla MN" pitchFamily="2" charset="0"/>
              </a:rPr>
              <a:t> </a:t>
            </a:r>
          </a:p>
        </p:txBody>
      </p:sp>
    </p:spTree>
    <p:extLst>
      <p:ext uri="{BB962C8B-B14F-4D97-AF65-F5344CB8AC3E}">
        <p14:creationId xmlns:p14="http://schemas.microsoft.com/office/powerpoint/2010/main" val="11969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D856CD-F397-C7AF-0712-79DD4D6DFE52}"/>
              </a:ext>
            </a:extLst>
          </p:cNvPr>
          <p:cNvSpPr>
            <a:spLocks noGrp="1"/>
          </p:cNvSpPr>
          <p:nvPr>
            <p:ph type="title"/>
          </p:nvPr>
        </p:nvSpPr>
        <p:spPr>
          <a:xfrm>
            <a:off x="630936" y="640080"/>
            <a:ext cx="4818888" cy="1481328"/>
          </a:xfrm>
        </p:spPr>
        <p:txBody>
          <a:bodyPr vert="horz" lIns="91440" tIns="45720" rIns="91440" bIns="45720" rtlCol="0" anchor="b">
            <a:normAutofit/>
          </a:bodyPr>
          <a:lstStyle/>
          <a:p>
            <a:r>
              <a:rPr lang="en-US" sz="4200" b="1" kern="1200">
                <a:solidFill>
                  <a:schemeClr val="tx1"/>
                </a:solidFill>
                <a:latin typeface="+mj-lt"/>
                <a:ea typeface="+mj-ea"/>
                <a:cs typeface="+mj-cs"/>
              </a:rPr>
              <a:t>Testing &amp; Evaluation</a:t>
            </a:r>
            <a:br>
              <a:rPr lang="en-US" sz="4200" b="1" kern="1200">
                <a:solidFill>
                  <a:schemeClr val="tx1"/>
                </a:solidFill>
                <a:latin typeface="+mj-lt"/>
                <a:ea typeface="+mj-ea"/>
                <a:cs typeface="+mj-cs"/>
              </a:rPr>
            </a:br>
            <a:endParaRPr lang="en-US" sz="4200" kern="1200">
              <a:solidFill>
                <a:schemeClr val="tx1"/>
              </a:solidFill>
              <a:latin typeface="+mj-lt"/>
              <a:ea typeface="+mj-ea"/>
              <a:cs typeface="+mj-cs"/>
            </a:endParaRPr>
          </a:p>
        </p:txBody>
      </p:sp>
      <p:sp>
        <p:nvSpPr>
          <p:cNvPr id="30"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81E07BE-3AAA-C55E-B1C6-AC4CA228CAD3}"/>
              </a:ext>
            </a:extLst>
          </p:cNvPr>
          <p:cNvSpPr txBox="1"/>
          <p:nvPr/>
        </p:nvSpPr>
        <p:spPr>
          <a:xfrm>
            <a:off x="501445" y="2635758"/>
            <a:ext cx="5312890" cy="3917442"/>
          </a:xfrm>
          <a:prstGeom prst="rect">
            <a:avLst/>
          </a:prstGeom>
        </p:spPr>
        <p:txBody>
          <a:bodyPr vert="horz" lIns="91440" tIns="45720" rIns="91440" bIns="45720" rtlCol="0" anchor="t">
            <a:normAutofit fontScale="25000" lnSpcReduction="20000"/>
          </a:bodyPr>
          <a:lstStyle/>
          <a:p>
            <a:pPr indent="-228600">
              <a:lnSpc>
                <a:spcPct val="90000"/>
              </a:lnSpc>
              <a:spcAft>
                <a:spcPts val="600"/>
              </a:spcAft>
              <a:buFont typeface="Arial" panose="020B0604020202020204" pitchFamily="34" charset="0"/>
              <a:buChar char="•"/>
            </a:pPr>
            <a:r>
              <a:rPr lang="en-US" sz="4900" dirty="0"/>
              <a:t>Comprehensive testing was performed on the Moroccan Food Website. </a:t>
            </a:r>
          </a:p>
          <a:p>
            <a:pPr indent="-228600">
              <a:lnSpc>
                <a:spcPct val="90000"/>
              </a:lnSpc>
              <a:spcAft>
                <a:spcPts val="600"/>
              </a:spcAft>
              <a:buFont typeface="Arial" panose="020B0604020202020204" pitchFamily="34" charset="0"/>
              <a:buChar char="•"/>
            </a:pPr>
            <a:r>
              <a:rPr lang="en-US" sz="4900" dirty="0"/>
              <a:t>Both Unit Testing and Integration Testing were conducted. </a:t>
            </a:r>
          </a:p>
          <a:p>
            <a:pPr indent="-228600">
              <a:lnSpc>
                <a:spcPct val="90000"/>
              </a:lnSpc>
              <a:spcAft>
                <a:spcPts val="600"/>
              </a:spcAft>
              <a:buFont typeface="Arial" panose="020B0604020202020204" pitchFamily="34" charset="0"/>
              <a:buChar char="•"/>
            </a:pPr>
            <a:r>
              <a:rPr lang="en-US" sz="4900" dirty="0"/>
              <a:t>Core functionalities were verified successfully. </a:t>
            </a:r>
          </a:p>
          <a:p>
            <a:pPr indent="-228600">
              <a:lnSpc>
                <a:spcPct val="90000"/>
              </a:lnSpc>
              <a:spcAft>
                <a:spcPts val="600"/>
              </a:spcAft>
              <a:buFont typeface="Arial" panose="020B0604020202020204" pitchFamily="34" charset="0"/>
              <a:buChar char="•"/>
            </a:pPr>
            <a:r>
              <a:rPr lang="en-US" sz="4900" dirty="0"/>
              <a:t>Testing tools used: </a:t>
            </a:r>
          </a:p>
          <a:p>
            <a:pPr lvl="1" indent="-228600">
              <a:lnSpc>
                <a:spcPct val="90000"/>
              </a:lnSpc>
              <a:spcAft>
                <a:spcPts val="600"/>
              </a:spcAft>
              <a:buFont typeface="Arial" panose="020B0604020202020204" pitchFamily="34" charset="0"/>
              <a:buChar char="•"/>
            </a:pPr>
            <a:r>
              <a:rPr lang="en-US" sz="4900" dirty="0"/>
              <a:t>Vitest </a:t>
            </a:r>
          </a:p>
          <a:p>
            <a:pPr lvl="1" indent="-228600">
              <a:lnSpc>
                <a:spcPct val="90000"/>
              </a:lnSpc>
              <a:spcAft>
                <a:spcPts val="600"/>
              </a:spcAft>
              <a:buFont typeface="Arial" panose="020B0604020202020204" pitchFamily="34" charset="0"/>
              <a:buChar char="•"/>
            </a:pPr>
            <a:r>
              <a:rPr lang="en-US" sz="4900" dirty="0"/>
              <a:t>React Testing Library </a:t>
            </a:r>
          </a:p>
          <a:p>
            <a:pPr lvl="1" indent="-228600">
              <a:lnSpc>
                <a:spcPct val="90000"/>
              </a:lnSpc>
              <a:spcAft>
                <a:spcPts val="600"/>
              </a:spcAft>
              <a:buFont typeface="Arial" panose="020B0604020202020204" pitchFamily="34" charset="0"/>
              <a:buChar char="•"/>
            </a:pPr>
            <a:r>
              <a:rPr lang="en-US" sz="4900" dirty="0"/>
              <a:t>jsdom </a:t>
            </a:r>
          </a:p>
          <a:p>
            <a:pPr lvl="1" indent="-228600">
              <a:lnSpc>
                <a:spcPct val="90000"/>
              </a:lnSpc>
              <a:spcAft>
                <a:spcPts val="600"/>
              </a:spcAft>
              <a:buFont typeface="Arial" panose="020B0604020202020204" pitchFamily="34" charset="0"/>
              <a:buChar char="•"/>
            </a:pPr>
            <a:endParaRPr lang="en-US" sz="4900" dirty="0"/>
          </a:p>
          <a:p>
            <a:pPr indent="-228600">
              <a:lnSpc>
                <a:spcPct val="90000"/>
              </a:lnSpc>
              <a:spcAft>
                <a:spcPts val="600"/>
              </a:spcAft>
              <a:buFont typeface="Arial" panose="020B0604020202020204" pitchFamily="34" charset="0"/>
              <a:buChar char="•"/>
            </a:pPr>
            <a:r>
              <a:rPr lang="en-US" sz="4900" b="1" dirty="0"/>
              <a:t>Features Tested:</a:t>
            </a:r>
          </a:p>
          <a:p>
            <a:pPr indent="-228600">
              <a:lnSpc>
                <a:spcPct val="90000"/>
              </a:lnSpc>
              <a:spcAft>
                <a:spcPts val="600"/>
              </a:spcAft>
              <a:buFont typeface="Arial" panose="020B0604020202020204" pitchFamily="34" charset="0"/>
              <a:buChar char="•"/>
            </a:pPr>
            <a:endParaRPr lang="en-US" sz="4900" dirty="0"/>
          </a:p>
          <a:p>
            <a:pPr indent="-228600">
              <a:lnSpc>
                <a:spcPct val="90000"/>
              </a:lnSpc>
              <a:spcAft>
                <a:spcPts val="600"/>
              </a:spcAft>
              <a:buFont typeface="Arial" panose="020B0604020202020204" pitchFamily="34" charset="0"/>
              <a:buChar char="•"/>
            </a:pPr>
            <a:r>
              <a:rPr lang="en-US" sz="4900" dirty="0"/>
              <a:t>User Authentication </a:t>
            </a:r>
          </a:p>
          <a:p>
            <a:pPr indent="-228600">
              <a:lnSpc>
                <a:spcPct val="90000"/>
              </a:lnSpc>
              <a:spcAft>
                <a:spcPts val="600"/>
              </a:spcAft>
              <a:buFont typeface="Arial" panose="020B0604020202020204" pitchFamily="34" charset="0"/>
              <a:buChar char="•"/>
            </a:pPr>
            <a:r>
              <a:rPr lang="en-US" sz="4900" dirty="0"/>
              <a:t>Shopping Cart </a:t>
            </a:r>
          </a:p>
          <a:p>
            <a:pPr indent="-228600">
              <a:lnSpc>
                <a:spcPct val="90000"/>
              </a:lnSpc>
              <a:spcAft>
                <a:spcPts val="600"/>
              </a:spcAft>
              <a:buFont typeface="Arial" panose="020B0604020202020204" pitchFamily="34" charset="0"/>
              <a:buChar char="•"/>
            </a:pPr>
            <a:r>
              <a:rPr lang="en-US" sz="4900" dirty="0"/>
              <a:t>Menu Search &amp; Filtering </a:t>
            </a:r>
          </a:p>
          <a:p>
            <a:pPr indent="-228600">
              <a:lnSpc>
                <a:spcPct val="90000"/>
              </a:lnSpc>
              <a:spcAft>
                <a:spcPts val="600"/>
              </a:spcAft>
              <a:buFont typeface="Arial" panose="020B0604020202020204" pitchFamily="34" charset="0"/>
              <a:buChar char="•"/>
            </a:pPr>
            <a:r>
              <a:rPr lang="en-US" sz="4900" dirty="0"/>
              <a:t>Favorites System </a:t>
            </a:r>
          </a:p>
          <a:p>
            <a:pPr indent="-228600">
              <a:lnSpc>
                <a:spcPct val="90000"/>
              </a:lnSpc>
              <a:spcAft>
                <a:spcPts val="600"/>
              </a:spcAft>
              <a:buFont typeface="Arial" panose="020B0604020202020204" pitchFamily="34" charset="0"/>
              <a:buChar char="•"/>
            </a:pPr>
            <a:r>
              <a:rPr lang="en-US" sz="4900" dirty="0"/>
              <a:t>Checkout Process </a:t>
            </a:r>
          </a:p>
          <a:p>
            <a:pPr indent="-228600">
              <a:lnSpc>
                <a:spcPct val="90000"/>
              </a:lnSpc>
              <a:spcAft>
                <a:spcPts val="600"/>
              </a:spcAft>
              <a:buFont typeface="Arial" panose="020B0604020202020204" pitchFamily="34" charset="0"/>
              <a:buChar char="•"/>
            </a:pPr>
            <a:r>
              <a:rPr lang="en-US" sz="4900" dirty="0"/>
              <a:t>Order Management </a:t>
            </a:r>
          </a:p>
          <a:p>
            <a:pPr indent="-228600">
              <a:lnSpc>
                <a:spcPct val="90000"/>
              </a:lnSpc>
              <a:spcAft>
                <a:spcPts val="600"/>
              </a:spcAft>
              <a:buFont typeface="Arial" panose="020B0604020202020204" pitchFamily="34" charset="0"/>
              <a:buChar char="•"/>
            </a:pPr>
            <a:r>
              <a:rPr lang="en-US" sz="4900" dirty="0"/>
              <a:t>Admin Dashboard </a:t>
            </a:r>
          </a:p>
          <a:p>
            <a:pPr indent="-228600">
              <a:lnSpc>
                <a:spcPct val="90000"/>
              </a:lnSpc>
              <a:spcAft>
                <a:spcPts val="600"/>
              </a:spcAft>
              <a:buFont typeface="Arial" panose="020B0604020202020204" pitchFamily="34" charset="0"/>
              <a:buChar char="•"/>
            </a:pPr>
            <a:r>
              <a:rPr lang="en-US" sz="4900" dirty="0"/>
              <a:t>Data Persistence</a:t>
            </a:r>
          </a:p>
          <a:p>
            <a:pPr indent="-228600">
              <a:lnSpc>
                <a:spcPct val="90000"/>
              </a:lnSpc>
              <a:spcAft>
                <a:spcPts val="600"/>
              </a:spcAft>
              <a:buFont typeface="Arial" panose="020B0604020202020204" pitchFamily="34" charset="0"/>
              <a:buChar char="•"/>
            </a:pPr>
            <a:endParaRPr lang="en-US" sz="700" dirty="0"/>
          </a:p>
        </p:txBody>
      </p:sp>
      <p:pic>
        <p:nvPicPr>
          <p:cNvPr id="20" name="Picture 19" descr="A screen shot of a computer program&#10;&#10;AI-generated content may be incorrect.">
            <a:extLst>
              <a:ext uri="{FF2B5EF4-FFF2-40B4-BE49-F238E27FC236}">
                <a16:creationId xmlns:a16="http://schemas.microsoft.com/office/drawing/2014/main" id="{C21F2563-80AC-D504-C7F0-42549A9F6079}"/>
              </a:ext>
            </a:extLst>
          </p:cNvPr>
          <p:cNvPicPr>
            <a:picLocks noChangeAspect="1"/>
          </p:cNvPicPr>
          <p:nvPr/>
        </p:nvPicPr>
        <p:blipFill>
          <a:blip r:embed="rId2"/>
          <a:stretch>
            <a:fillRect/>
          </a:stretch>
        </p:blipFill>
        <p:spPr>
          <a:xfrm>
            <a:off x="6172087" y="640080"/>
            <a:ext cx="5312890" cy="5577840"/>
          </a:xfrm>
          <a:prstGeom prst="rect">
            <a:avLst/>
          </a:prstGeom>
        </p:spPr>
      </p:pic>
      <p:sp>
        <p:nvSpPr>
          <p:cNvPr id="15" name="TextBox 14">
            <a:extLst>
              <a:ext uri="{FF2B5EF4-FFF2-40B4-BE49-F238E27FC236}">
                <a16:creationId xmlns:a16="http://schemas.microsoft.com/office/drawing/2014/main" id="{40093DB7-ABD1-4498-6A8D-FCDA59B08C56}"/>
              </a:ext>
            </a:extLst>
          </p:cNvPr>
          <p:cNvSpPr txBox="1"/>
          <p:nvPr/>
        </p:nvSpPr>
        <p:spPr>
          <a:xfrm>
            <a:off x="6474542" y="3141406"/>
            <a:ext cx="4557252" cy="369332"/>
          </a:xfrm>
          <a:prstGeom prst="rect">
            <a:avLst/>
          </a:prstGeom>
          <a:noFill/>
        </p:spPr>
        <p:txBody>
          <a:bodyPr wrap="square" rtlCol="0">
            <a:spAutoFit/>
          </a:bodyPr>
          <a:lstStyle/>
          <a:p>
            <a:endParaRPr lang="en-MA" dirty="0"/>
          </a:p>
        </p:txBody>
      </p:sp>
    </p:spTree>
    <p:extLst>
      <p:ext uri="{BB962C8B-B14F-4D97-AF65-F5344CB8AC3E}">
        <p14:creationId xmlns:p14="http://schemas.microsoft.com/office/powerpoint/2010/main" val="497316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62CA0A3F-D33B-8CB7-3439-641097F8E946}"/>
              </a:ext>
            </a:extLst>
          </p:cNvPr>
          <p:cNvSpPr txBox="1"/>
          <p:nvPr/>
        </p:nvSpPr>
        <p:spPr>
          <a:xfrm>
            <a:off x="1051560" y="586822"/>
            <a:ext cx="3657600" cy="164592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200">
                <a:latin typeface="+mj-lt"/>
                <a:ea typeface="+mj-ea"/>
                <a:cs typeface="+mj-cs"/>
              </a:rPr>
              <a:t>Testing Results</a:t>
            </a:r>
          </a:p>
          <a:p>
            <a:pPr>
              <a:lnSpc>
                <a:spcPct val="90000"/>
              </a:lnSpc>
              <a:spcBef>
                <a:spcPct val="0"/>
              </a:spcBef>
              <a:spcAft>
                <a:spcPts val="600"/>
              </a:spcAft>
            </a:pPr>
            <a:endParaRPr lang="en-US" sz="3200">
              <a:latin typeface="+mj-lt"/>
              <a:ea typeface="+mj-ea"/>
              <a:cs typeface="+mj-cs"/>
            </a:endParaRPr>
          </a:p>
        </p:txBody>
      </p:sp>
      <p:sp>
        <p:nvSpPr>
          <p:cNvPr id="17" name="Rectangle 16">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9" name="Rectangle 18">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EDA4AD6-4329-03BD-6C44-9D209F738E66}"/>
              </a:ext>
            </a:extLst>
          </p:cNvPr>
          <p:cNvSpPr>
            <a:spLocks noGrp="1"/>
          </p:cNvSpPr>
          <p:nvPr>
            <p:ph idx="1"/>
          </p:nvPr>
        </p:nvSpPr>
        <p:spPr>
          <a:xfrm>
            <a:off x="5142296" y="365125"/>
            <a:ext cx="6818036" cy="2059147"/>
          </a:xfrm>
        </p:spPr>
        <p:txBody>
          <a:bodyPr vert="horz" lIns="91440" tIns="45720" rIns="91440" bIns="45720" rtlCol="0" anchor="ctr">
            <a:normAutofit fontScale="25000" lnSpcReduction="20000"/>
          </a:bodyPr>
          <a:lstStyle/>
          <a:p>
            <a:r>
              <a:rPr lang="en-US" sz="5200" b="1" dirty="0"/>
              <a:t>Conclusion</a:t>
            </a:r>
            <a:endParaRPr lang="en-US" sz="5200" dirty="0"/>
          </a:p>
          <a:p>
            <a:r>
              <a:rPr lang="en-US" sz="5200" dirty="0"/>
              <a:t>All critical business functionalities passed testing. </a:t>
            </a:r>
          </a:p>
          <a:p>
            <a:r>
              <a:rPr lang="en-US" sz="5200" dirty="0"/>
              <a:t>Authentication, cart management, checkout, and order processing worked correctly. </a:t>
            </a:r>
          </a:p>
          <a:p>
            <a:r>
              <a:rPr lang="en-US" sz="5200" dirty="0"/>
              <a:t>Minor failures were related to component rendering and routing configuration. </a:t>
            </a:r>
          </a:p>
          <a:p>
            <a:r>
              <a:rPr lang="en-US" sz="5200" dirty="0"/>
              <a:t>Overall system reliability and performance were successfully validated. </a:t>
            </a:r>
          </a:p>
          <a:p>
            <a:r>
              <a:rPr lang="en-US" sz="5200" dirty="0"/>
              <a:t>This gives you exactly </a:t>
            </a:r>
            <a:r>
              <a:rPr lang="en-US" sz="5200" b="1" dirty="0"/>
              <a:t>2 professional testing slides</a:t>
            </a:r>
            <a:r>
              <a:rPr lang="en-US" sz="5200" dirty="0"/>
              <a:t>, with the screenshot placed on the second slide.</a:t>
            </a:r>
          </a:p>
          <a:p>
            <a:endParaRPr lang="en-US" sz="1000" dirty="0"/>
          </a:p>
        </p:txBody>
      </p:sp>
      <p:pic>
        <p:nvPicPr>
          <p:cNvPr id="5" name="Picture 4" descr="A screen shot of a computer&#10;&#10;AI-generated content may be incorrect.">
            <a:extLst>
              <a:ext uri="{FF2B5EF4-FFF2-40B4-BE49-F238E27FC236}">
                <a16:creationId xmlns:a16="http://schemas.microsoft.com/office/drawing/2014/main" id="{D4728D15-B87A-4DB6-7150-A4B4877115D1}"/>
              </a:ext>
            </a:extLst>
          </p:cNvPr>
          <p:cNvPicPr>
            <a:picLocks noChangeAspect="1"/>
          </p:cNvPicPr>
          <p:nvPr/>
        </p:nvPicPr>
        <p:blipFill>
          <a:blip r:embed="rId2"/>
          <a:stretch>
            <a:fillRect/>
          </a:stretch>
        </p:blipFill>
        <p:spPr>
          <a:xfrm>
            <a:off x="5142296" y="2646133"/>
            <a:ext cx="6518881" cy="1410975"/>
          </a:xfrm>
          <a:prstGeom prst="rect">
            <a:avLst/>
          </a:prstGeom>
        </p:spPr>
      </p:pic>
      <p:graphicFrame>
        <p:nvGraphicFramePr>
          <p:cNvPr id="8" name="Table 7">
            <a:extLst>
              <a:ext uri="{FF2B5EF4-FFF2-40B4-BE49-F238E27FC236}">
                <a16:creationId xmlns:a16="http://schemas.microsoft.com/office/drawing/2014/main" id="{CD249463-D76D-47E2-1629-FD594B0AED5F}"/>
              </a:ext>
            </a:extLst>
          </p:cNvPr>
          <p:cNvGraphicFramePr>
            <a:graphicFrameLocks noGrp="1"/>
          </p:cNvGraphicFramePr>
          <p:nvPr>
            <p:extLst>
              <p:ext uri="{D42A27DB-BD31-4B8C-83A1-F6EECF244321}">
                <p14:modId xmlns:p14="http://schemas.microsoft.com/office/powerpoint/2010/main" val="2978464061"/>
              </p:ext>
            </p:extLst>
          </p:nvPr>
        </p:nvGraphicFramePr>
        <p:xfrm>
          <a:off x="6161674" y="4587420"/>
          <a:ext cx="4100642" cy="2089315"/>
        </p:xfrm>
        <a:graphic>
          <a:graphicData uri="http://schemas.openxmlformats.org/drawingml/2006/table">
            <a:tbl>
              <a:tblPr firstRow="1" bandRow="1">
                <a:tableStyleId>{8799B23B-EC83-4686-B30A-512413B5E67A}</a:tableStyleId>
              </a:tblPr>
              <a:tblGrid>
                <a:gridCol w="2617681">
                  <a:extLst>
                    <a:ext uri="{9D8B030D-6E8A-4147-A177-3AD203B41FA5}">
                      <a16:colId xmlns:a16="http://schemas.microsoft.com/office/drawing/2014/main" val="517771182"/>
                    </a:ext>
                  </a:extLst>
                </a:gridCol>
                <a:gridCol w="1482961">
                  <a:extLst>
                    <a:ext uri="{9D8B030D-6E8A-4147-A177-3AD203B41FA5}">
                      <a16:colId xmlns:a16="http://schemas.microsoft.com/office/drawing/2014/main" val="2294769993"/>
                    </a:ext>
                  </a:extLst>
                </a:gridCol>
              </a:tblGrid>
              <a:tr h="417863">
                <a:tc>
                  <a:txBody>
                    <a:bodyPr/>
                    <a:lstStyle/>
                    <a:p>
                      <a:pPr>
                        <a:buNone/>
                      </a:pPr>
                      <a:r>
                        <a:rPr lang="en-US" sz="1700"/>
                        <a:t>Metric</a:t>
                      </a:r>
                    </a:p>
                  </a:txBody>
                  <a:tcPr marL="158357" marR="158357" marT="79179" marB="79179" anchor="ctr"/>
                </a:tc>
                <a:tc>
                  <a:txBody>
                    <a:bodyPr/>
                    <a:lstStyle/>
                    <a:p>
                      <a:pPr>
                        <a:buNone/>
                      </a:pPr>
                      <a:r>
                        <a:rPr lang="en-US" sz="1700"/>
                        <a:t>Result</a:t>
                      </a:r>
                    </a:p>
                  </a:txBody>
                  <a:tcPr marL="158357" marR="158357" marT="79179" marB="79179" anchor="ctr"/>
                </a:tc>
                <a:extLst>
                  <a:ext uri="{0D108BD9-81ED-4DB2-BD59-A6C34878D82A}">
                    <a16:rowId xmlns:a16="http://schemas.microsoft.com/office/drawing/2014/main" val="1692981498"/>
                  </a:ext>
                </a:extLst>
              </a:tr>
              <a:tr h="417863">
                <a:tc>
                  <a:txBody>
                    <a:bodyPr/>
                    <a:lstStyle/>
                    <a:p>
                      <a:pPr>
                        <a:buNone/>
                      </a:pPr>
                      <a:r>
                        <a:rPr lang="en-US" sz="1700" dirty="0"/>
                        <a:t>Total Tests</a:t>
                      </a:r>
                    </a:p>
                  </a:txBody>
                  <a:tcPr marL="158357" marR="158357" marT="79179" marB="79179" anchor="ctr"/>
                </a:tc>
                <a:tc>
                  <a:txBody>
                    <a:bodyPr/>
                    <a:lstStyle/>
                    <a:p>
                      <a:pPr>
                        <a:buNone/>
                      </a:pPr>
                      <a:r>
                        <a:rPr lang="en-MA" sz="1700"/>
                        <a:t>323</a:t>
                      </a:r>
                    </a:p>
                  </a:txBody>
                  <a:tcPr marL="158357" marR="158357" marT="79179" marB="79179" anchor="ctr"/>
                </a:tc>
                <a:extLst>
                  <a:ext uri="{0D108BD9-81ED-4DB2-BD59-A6C34878D82A}">
                    <a16:rowId xmlns:a16="http://schemas.microsoft.com/office/drawing/2014/main" val="2840674456"/>
                  </a:ext>
                </a:extLst>
              </a:tr>
              <a:tr h="417863">
                <a:tc>
                  <a:txBody>
                    <a:bodyPr/>
                    <a:lstStyle/>
                    <a:p>
                      <a:pPr>
                        <a:buNone/>
                      </a:pPr>
                      <a:r>
                        <a:rPr lang="en-US" sz="1700" dirty="0"/>
                        <a:t>Passed Tests</a:t>
                      </a:r>
                    </a:p>
                  </a:txBody>
                  <a:tcPr marL="158357" marR="158357" marT="79179" marB="79179" anchor="ctr"/>
                </a:tc>
                <a:tc>
                  <a:txBody>
                    <a:bodyPr/>
                    <a:lstStyle/>
                    <a:p>
                      <a:pPr>
                        <a:buNone/>
                      </a:pPr>
                      <a:r>
                        <a:rPr lang="en-MA" sz="1700"/>
                        <a:t>308</a:t>
                      </a:r>
                    </a:p>
                  </a:txBody>
                  <a:tcPr marL="158357" marR="158357" marT="79179" marB="79179" anchor="ctr"/>
                </a:tc>
                <a:extLst>
                  <a:ext uri="{0D108BD9-81ED-4DB2-BD59-A6C34878D82A}">
                    <a16:rowId xmlns:a16="http://schemas.microsoft.com/office/drawing/2014/main" val="1696032514"/>
                  </a:ext>
                </a:extLst>
              </a:tr>
              <a:tr h="417863">
                <a:tc>
                  <a:txBody>
                    <a:bodyPr/>
                    <a:lstStyle/>
                    <a:p>
                      <a:pPr>
                        <a:buNone/>
                      </a:pPr>
                      <a:r>
                        <a:rPr lang="en-US" sz="1700"/>
                        <a:t>Failed Tests</a:t>
                      </a:r>
                    </a:p>
                  </a:txBody>
                  <a:tcPr marL="158357" marR="158357" marT="79179" marB="79179" anchor="ctr"/>
                </a:tc>
                <a:tc>
                  <a:txBody>
                    <a:bodyPr/>
                    <a:lstStyle/>
                    <a:p>
                      <a:pPr>
                        <a:buNone/>
                      </a:pPr>
                      <a:r>
                        <a:rPr lang="en-MA" sz="1700"/>
                        <a:t>15</a:t>
                      </a:r>
                    </a:p>
                  </a:txBody>
                  <a:tcPr marL="158357" marR="158357" marT="79179" marB="79179" anchor="ctr"/>
                </a:tc>
                <a:extLst>
                  <a:ext uri="{0D108BD9-81ED-4DB2-BD59-A6C34878D82A}">
                    <a16:rowId xmlns:a16="http://schemas.microsoft.com/office/drawing/2014/main" val="2638763227"/>
                  </a:ext>
                </a:extLst>
              </a:tr>
              <a:tr h="417863">
                <a:tc>
                  <a:txBody>
                    <a:bodyPr/>
                    <a:lstStyle/>
                    <a:p>
                      <a:pPr>
                        <a:buNone/>
                      </a:pPr>
                      <a:r>
                        <a:rPr lang="en-US" sz="1700"/>
                        <a:t>Pass Rate</a:t>
                      </a:r>
                    </a:p>
                  </a:txBody>
                  <a:tcPr marL="158357" marR="158357" marT="79179" marB="79179" anchor="ctr"/>
                </a:tc>
                <a:tc>
                  <a:txBody>
                    <a:bodyPr/>
                    <a:lstStyle/>
                    <a:p>
                      <a:pPr>
                        <a:buNone/>
                      </a:pPr>
                      <a:r>
                        <a:rPr lang="en-MA" sz="1700" dirty="0"/>
                        <a:t>95%</a:t>
                      </a:r>
                    </a:p>
                  </a:txBody>
                  <a:tcPr marL="158357" marR="158357" marT="79179" marB="79179" anchor="ctr"/>
                </a:tc>
                <a:extLst>
                  <a:ext uri="{0D108BD9-81ED-4DB2-BD59-A6C34878D82A}">
                    <a16:rowId xmlns:a16="http://schemas.microsoft.com/office/drawing/2014/main" val="3206844847"/>
                  </a:ext>
                </a:extLst>
              </a:tr>
            </a:tbl>
          </a:graphicData>
        </a:graphic>
      </p:graphicFrame>
      <p:pic>
        <p:nvPicPr>
          <p:cNvPr id="10" name="Picture 9" descr="A screenshot of a computer&#10;&#10;AI-generated content may be incorrect.">
            <a:extLst>
              <a:ext uri="{FF2B5EF4-FFF2-40B4-BE49-F238E27FC236}">
                <a16:creationId xmlns:a16="http://schemas.microsoft.com/office/drawing/2014/main" id="{C76A92F0-261D-2017-AF57-8271D9D63C05}"/>
              </a:ext>
            </a:extLst>
          </p:cNvPr>
          <p:cNvPicPr>
            <a:picLocks noChangeAspect="1"/>
          </p:cNvPicPr>
          <p:nvPr/>
        </p:nvPicPr>
        <p:blipFill>
          <a:blip r:embed="rId3"/>
          <a:stretch>
            <a:fillRect/>
          </a:stretch>
        </p:blipFill>
        <p:spPr>
          <a:xfrm>
            <a:off x="207353" y="2646133"/>
            <a:ext cx="3163590" cy="4067473"/>
          </a:xfrm>
          <a:prstGeom prst="rect">
            <a:avLst/>
          </a:prstGeom>
        </p:spPr>
      </p:pic>
    </p:spTree>
    <p:extLst>
      <p:ext uri="{BB962C8B-B14F-4D97-AF65-F5344CB8AC3E}">
        <p14:creationId xmlns:p14="http://schemas.microsoft.com/office/powerpoint/2010/main" val="1325110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5D02F7-DF70-F45E-6163-18D2B05B3D11}"/>
              </a:ext>
            </a:extLst>
          </p:cNvPr>
          <p:cNvSpPr>
            <a:spLocks noGrp="1"/>
          </p:cNvSpPr>
          <p:nvPr>
            <p:ph type="title"/>
          </p:nvPr>
        </p:nvSpPr>
        <p:spPr>
          <a:xfrm>
            <a:off x="630936" y="640080"/>
            <a:ext cx="4818888" cy="1481328"/>
          </a:xfrm>
        </p:spPr>
        <p:txBody>
          <a:bodyPr anchor="b">
            <a:normAutofit/>
          </a:bodyPr>
          <a:lstStyle/>
          <a:p>
            <a:r>
              <a:rPr lang="en-US" sz="5000"/>
              <a:t>Results &amp; Achievements</a:t>
            </a:r>
            <a:endParaRPr lang="en-MA" sz="5000"/>
          </a:p>
        </p:txBody>
      </p:sp>
      <p:sp>
        <p:nvSpPr>
          <p:cNvPr id="12"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2D9E2D0-FEF6-0A4C-61D2-EC70CB7A98E7}"/>
              </a:ext>
            </a:extLst>
          </p:cNvPr>
          <p:cNvSpPr>
            <a:spLocks noGrp="1"/>
          </p:cNvSpPr>
          <p:nvPr>
            <p:ph idx="1"/>
          </p:nvPr>
        </p:nvSpPr>
        <p:spPr>
          <a:xfrm>
            <a:off x="630936" y="2660904"/>
            <a:ext cx="4818888" cy="3547872"/>
          </a:xfrm>
        </p:spPr>
        <p:txBody>
          <a:bodyPr anchor="t">
            <a:normAutofit/>
          </a:bodyPr>
          <a:lstStyle/>
          <a:p>
            <a:r>
              <a:rPr lang="en-US" sz="1200" b="1"/>
              <a:t>Project Outcomes</a:t>
            </a:r>
          </a:p>
          <a:p>
            <a:r>
              <a:rPr lang="en-US" sz="1200"/>
              <a:t>The Moroccan Restaurant Ordering System successfully achieved its objectives by delivering a modern, responsive, and user-friendly web application.x</a:t>
            </a:r>
            <a:br>
              <a:rPr lang="en-US" sz="1200"/>
            </a:br>
            <a:endParaRPr lang="en-US" sz="1200"/>
          </a:p>
          <a:p>
            <a:r>
              <a:rPr lang="en-US" sz="1200" b="1"/>
              <a:t>Key Achievements</a:t>
            </a:r>
          </a:p>
          <a:p>
            <a:r>
              <a:rPr lang="en-MA" sz="1200"/>
              <a:t>✅ </a:t>
            </a:r>
            <a:r>
              <a:rPr lang="en-US" sz="1200"/>
              <a:t>Developed a complete restaurant ordering platform</a:t>
            </a:r>
          </a:p>
          <a:p>
            <a:r>
              <a:rPr lang="en-MA" sz="1200"/>
              <a:t>✅ </a:t>
            </a:r>
            <a:r>
              <a:rPr lang="en-US" sz="1200"/>
              <a:t>Implemented responsive design for all devices</a:t>
            </a:r>
          </a:p>
          <a:p>
            <a:r>
              <a:rPr lang="en-MA" sz="1200"/>
              <a:t>✅ </a:t>
            </a:r>
            <a:r>
              <a:rPr lang="en-US" sz="1200"/>
              <a:t>Created an interactive shopping cart system</a:t>
            </a:r>
          </a:p>
          <a:p>
            <a:r>
              <a:rPr lang="en-MA" sz="1200"/>
              <a:t>✅ </a:t>
            </a:r>
            <a:r>
              <a:rPr lang="en-US" sz="1200"/>
              <a:t>Added favorites and order management features</a:t>
            </a:r>
          </a:p>
          <a:p>
            <a:r>
              <a:rPr lang="en-MA" sz="1200"/>
              <a:t>✅ </a:t>
            </a:r>
            <a:r>
              <a:rPr lang="en-US" sz="1200"/>
              <a:t>Implemented user authentication</a:t>
            </a:r>
          </a:p>
          <a:p>
            <a:r>
              <a:rPr lang="en-MA" sz="1200"/>
              <a:t>✅ </a:t>
            </a:r>
            <a:r>
              <a:rPr lang="en-US" sz="1200"/>
              <a:t>Developed an admin dashboard for management</a:t>
            </a:r>
          </a:p>
          <a:p>
            <a:r>
              <a:rPr lang="en-MA" sz="1200"/>
              <a:t>✅ </a:t>
            </a:r>
            <a:r>
              <a:rPr lang="en-US" sz="1200"/>
              <a:t>Applied modern React development practices</a:t>
            </a:r>
          </a:p>
          <a:p>
            <a:endParaRPr lang="en-MA" sz="1200"/>
          </a:p>
        </p:txBody>
      </p:sp>
      <p:pic>
        <p:nvPicPr>
          <p:cNvPr id="8" name="Picture 7" descr="A screenshot of a menu&#10;&#10;AI-generated content may be incorrect.">
            <a:extLst>
              <a:ext uri="{FF2B5EF4-FFF2-40B4-BE49-F238E27FC236}">
                <a16:creationId xmlns:a16="http://schemas.microsoft.com/office/drawing/2014/main" id="{36591C1A-89B7-C1D2-E1A3-FA737A0E4136}"/>
              </a:ext>
            </a:extLst>
          </p:cNvPr>
          <p:cNvPicPr>
            <a:picLocks noChangeAspect="1"/>
          </p:cNvPicPr>
          <p:nvPr/>
        </p:nvPicPr>
        <p:blipFill>
          <a:blip r:embed="rId2"/>
          <a:stretch>
            <a:fillRect/>
          </a:stretch>
        </p:blipFill>
        <p:spPr>
          <a:xfrm>
            <a:off x="5755487" y="1240112"/>
            <a:ext cx="6130849" cy="4968664"/>
          </a:xfrm>
          <a:prstGeom prst="rect">
            <a:avLst/>
          </a:prstGeom>
        </p:spPr>
      </p:pic>
    </p:spTree>
    <p:extLst>
      <p:ext uri="{BB962C8B-B14F-4D97-AF65-F5344CB8AC3E}">
        <p14:creationId xmlns:p14="http://schemas.microsoft.com/office/powerpoint/2010/main" val="43253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CD789-1556-2269-1F36-D25526A78224}"/>
              </a:ext>
            </a:extLst>
          </p:cNvPr>
          <p:cNvSpPr>
            <a:spLocks noGrp="1"/>
          </p:cNvSpPr>
          <p:nvPr>
            <p:ph type="title"/>
          </p:nvPr>
        </p:nvSpPr>
        <p:spPr>
          <a:xfrm>
            <a:off x="7987005" y="240268"/>
            <a:ext cx="4204995" cy="1368069"/>
          </a:xfrm>
        </p:spPr>
        <p:txBody>
          <a:bodyPr/>
          <a:lstStyle/>
          <a:p>
            <a:r>
              <a:rPr lang="en-US" dirty="0"/>
              <a:t>Deployment</a:t>
            </a:r>
            <a:endParaRPr lang="en-MA" dirty="0"/>
          </a:p>
        </p:txBody>
      </p:sp>
      <p:sp>
        <p:nvSpPr>
          <p:cNvPr id="3" name="Content Placeholder 2">
            <a:extLst>
              <a:ext uri="{FF2B5EF4-FFF2-40B4-BE49-F238E27FC236}">
                <a16:creationId xmlns:a16="http://schemas.microsoft.com/office/drawing/2014/main" id="{DFED3B79-DA96-4A70-0E7C-D982E03144A0}"/>
              </a:ext>
            </a:extLst>
          </p:cNvPr>
          <p:cNvSpPr>
            <a:spLocks noGrp="1"/>
          </p:cNvSpPr>
          <p:nvPr>
            <p:ph idx="1"/>
          </p:nvPr>
        </p:nvSpPr>
        <p:spPr>
          <a:xfrm>
            <a:off x="0" y="4611366"/>
            <a:ext cx="6096000" cy="3029370"/>
          </a:xfrm>
        </p:spPr>
        <p:txBody>
          <a:bodyPr>
            <a:normAutofit/>
          </a:bodyPr>
          <a:lstStyle/>
          <a:p>
            <a:r>
              <a:rPr lang="en-US" sz="1400" b="1" dirty="0"/>
              <a:t>Deployment Platform</a:t>
            </a:r>
          </a:p>
          <a:p>
            <a:r>
              <a:rPr lang="en-US" sz="1400" dirty="0"/>
              <a:t>The Moroccan Food Website was deployed using </a:t>
            </a:r>
            <a:r>
              <a:rPr lang="en-US" sz="1400" b="1" dirty="0"/>
              <a:t>Render</a:t>
            </a:r>
            <a:r>
              <a:rPr lang="en-US" sz="1400" dirty="0"/>
              <a:t>.</a:t>
            </a:r>
          </a:p>
          <a:p>
            <a:r>
              <a:rPr lang="en-US" sz="1400" dirty="0"/>
              <a:t>Render provides reliable cloud hosting for modern web applications.</a:t>
            </a:r>
          </a:p>
          <a:p>
            <a:r>
              <a:rPr lang="en-US" sz="1400" b="1" dirty="0"/>
              <a:t>Live Website</a:t>
            </a:r>
          </a:p>
          <a:p>
            <a:r>
              <a:rPr lang="en-US" sz="1400" dirty="0">
                <a:hlinkClick r:id="rId2"/>
              </a:rPr>
              <a:t>https://moroccan-food.onrender.com</a:t>
            </a:r>
            <a:endParaRPr lang="en-US" sz="1400" dirty="0"/>
          </a:p>
          <a:p>
            <a:r>
              <a:rPr lang="en-US" sz="1400" b="1" dirty="0"/>
              <a:t>Source Code Repository</a:t>
            </a:r>
          </a:p>
          <a:p>
            <a:r>
              <a:rPr lang="en-US" sz="1400" dirty="0">
                <a:hlinkClick r:id="rId3"/>
              </a:rPr>
              <a:t>https://github.com/NOURDINED-MED/Moroccan-food</a:t>
            </a:r>
            <a:endParaRPr lang="en-US" sz="1400" dirty="0"/>
          </a:p>
          <a:p>
            <a:endParaRPr lang="en-MA" dirty="0"/>
          </a:p>
        </p:txBody>
      </p:sp>
      <p:sp>
        <p:nvSpPr>
          <p:cNvPr id="5" name="TextBox 4">
            <a:extLst>
              <a:ext uri="{FF2B5EF4-FFF2-40B4-BE49-F238E27FC236}">
                <a16:creationId xmlns:a16="http://schemas.microsoft.com/office/drawing/2014/main" id="{91459E04-C9CF-8F67-A583-A0758D758937}"/>
              </a:ext>
            </a:extLst>
          </p:cNvPr>
          <p:cNvSpPr txBox="1"/>
          <p:nvPr/>
        </p:nvSpPr>
        <p:spPr>
          <a:xfrm>
            <a:off x="7987005" y="2209857"/>
            <a:ext cx="4886131" cy="3385542"/>
          </a:xfrm>
          <a:prstGeom prst="rect">
            <a:avLst/>
          </a:prstGeom>
          <a:noFill/>
        </p:spPr>
        <p:txBody>
          <a:bodyPr wrap="square" rtlCol="0">
            <a:spAutoFit/>
          </a:bodyPr>
          <a:lstStyle/>
          <a:p>
            <a:r>
              <a:rPr lang="en-US" sz="1400" b="1" dirty="0"/>
              <a:t>Deployment Process</a:t>
            </a:r>
          </a:p>
          <a:p>
            <a:r>
              <a:rPr lang="en-US" sz="1400" dirty="0"/>
              <a:t>Created a GitHub repository.</a:t>
            </a:r>
          </a:p>
          <a:p>
            <a:r>
              <a:rPr lang="en-US" sz="1400" dirty="0"/>
              <a:t>Uploaded the project source code.</a:t>
            </a:r>
          </a:p>
          <a:p>
            <a:r>
              <a:rPr lang="en-US" sz="1400" dirty="0"/>
              <a:t>Connected the repository to Render.</a:t>
            </a:r>
          </a:p>
          <a:p>
            <a:r>
              <a:rPr lang="en-US" sz="1400" dirty="0"/>
              <a:t>Configured build and deployment settings.</a:t>
            </a:r>
          </a:p>
          <a:p>
            <a:r>
              <a:rPr lang="en-US" sz="1400" dirty="0"/>
              <a:t>Deployed the application online.</a:t>
            </a:r>
          </a:p>
          <a:p>
            <a:r>
              <a:rPr lang="en-US" sz="1400" dirty="0"/>
              <a:t>Tested the deployed website.</a:t>
            </a:r>
          </a:p>
          <a:p>
            <a:r>
              <a:rPr lang="en-US" sz="1400" b="1" dirty="0"/>
              <a:t>Benefits</a:t>
            </a:r>
          </a:p>
          <a:p>
            <a:r>
              <a:rPr lang="en-US" sz="1400" dirty="0"/>
              <a:t>Accessible from anywhere through a web browser.</a:t>
            </a:r>
          </a:p>
          <a:p>
            <a:r>
              <a:rPr lang="en-US" sz="1400" dirty="0"/>
              <a:t>Easy project demonstration and presentation.</a:t>
            </a:r>
          </a:p>
          <a:p>
            <a:r>
              <a:rPr lang="en-US" sz="1400" dirty="0"/>
              <a:t>Automatic deployment of updates.</a:t>
            </a:r>
          </a:p>
          <a:p>
            <a:r>
              <a:rPr lang="en-US" sz="1400" dirty="0"/>
              <a:t>Reliable cloud hosting.</a:t>
            </a:r>
          </a:p>
          <a:p>
            <a:r>
              <a:rPr lang="en-US" sz="1400" b="1" dirty="0"/>
              <a:t>Deployment Status</a:t>
            </a:r>
          </a:p>
          <a:p>
            <a:r>
              <a:rPr lang="en-MA" sz="1400" dirty="0"/>
              <a:t>✅ </a:t>
            </a:r>
            <a:r>
              <a:rPr lang="en-US" sz="1400" dirty="0"/>
              <a:t>Successfully Deployed and Fully Functional</a:t>
            </a:r>
          </a:p>
          <a:p>
            <a:endParaRPr lang="en-MA" dirty="0"/>
          </a:p>
        </p:txBody>
      </p:sp>
      <p:pic>
        <p:nvPicPr>
          <p:cNvPr id="7" name="Picture 6" descr="A screenshot of a computer&#10;&#10;AI-generated content may be incorrect.">
            <a:extLst>
              <a:ext uri="{FF2B5EF4-FFF2-40B4-BE49-F238E27FC236}">
                <a16:creationId xmlns:a16="http://schemas.microsoft.com/office/drawing/2014/main" id="{9B8DF550-15B9-4702-9AF7-A2CD4D6FEA44}"/>
              </a:ext>
            </a:extLst>
          </p:cNvPr>
          <p:cNvPicPr>
            <a:picLocks noChangeAspect="1"/>
          </p:cNvPicPr>
          <p:nvPr/>
        </p:nvPicPr>
        <p:blipFill>
          <a:blip r:embed="rId4"/>
          <a:srcRect r="17847"/>
          <a:stretch>
            <a:fillRect/>
          </a:stretch>
        </p:blipFill>
        <p:spPr>
          <a:xfrm>
            <a:off x="327119" y="574217"/>
            <a:ext cx="7315200" cy="3939178"/>
          </a:xfrm>
          <a:prstGeom prst="rect">
            <a:avLst/>
          </a:prstGeom>
        </p:spPr>
      </p:pic>
    </p:spTree>
    <p:extLst>
      <p:ext uri="{BB962C8B-B14F-4D97-AF65-F5344CB8AC3E}">
        <p14:creationId xmlns:p14="http://schemas.microsoft.com/office/powerpoint/2010/main" val="199778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23FFC9-0470-8A25-1B4A-ECE338D157E0}"/>
              </a:ext>
            </a:extLst>
          </p:cNvPr>
          <p:cNvSpPr>
            <a:spLocks noGrp="1"/>
          </p:cNvSpPr>
          <p:nvPr>
            <p:ph type="title"/>
          </p:nvPr>
        </p:nvSpPr>
        <p:spPr>
          <a:xfrm>
            <a:off x="630936" y="640080"/>
            <a:ext cx="4818888" cy="1481328"/>
          </a:xfrm>
        </p:spPr>
        <p:txBody>
          <a:bodyPr anchor="b">
            <a:normAutofit/>
          </a:bodyPr>
          <a:lstStyle/>
          <a:p>
            <a:r>
              <a:rPr lang="en-US" sz="5000"/>
              <a:t>Conclusion &amp; Future Work</a:t>
            </a:r>
            <a:endParaRPr lang="en-MA" sz="5000"/>
          </a:p>
        </p:txBody>
      </p:sp>
      <p:sp>
        <p:nvSpPr>
          <p:cNvPr id="20"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0940105-B03A-54AD-8B3B-9B01B495A943}"/>
              </a:ext>
            </a:extLst>
          </p:cNvPr>
          <p:cNvSpPr>
            <a:spLocks noGrp="1"/>
          </p:cNvSpPr>
          <p:nvPr>
            <p:ph idx="1"/>
          </p:nvPr>
        </p:nvSpPr>
        <p:spPr>
          <a:xfrm>
            <a:off x="630936" y="2660904"/>
            <a:ext cx="4818888" cy="3547872"/>
          </a:xfrm>
        </p:spPr>
        <p:txBody>
          <a:bodyPr anchor="t">
            <a:normAutofit/>
          </a:bodyPr>
          <a:lstStyle/>
          <a:p>
            <a:r>
              <a:rPr lang="en-US" sz="1200" b="1"/>
              <a:t>Conclusion</a:t>
            </a:r>
          </a:p>
          <a:p>
            <a:r>
              <a:rPr lang="en-US" sz="1200"/>
              <a:t>The </a:t>
            </a:r>
            <a:r>
              <a:rPr lang="en-US" sz="1200" b="1"/>
              <a:t>Moroccan Restaurant Ordering System</a:t>
            </a:r>
            <a:r>
              <a:rPr lang="en-US" sz="1200"/>
              <a:t> successfully achieved all project objectives and provides a complete online food ordering experience.</a:t>
            </a:r>
          </a:p>
          <a:p>
            <a:r>
              <a:rPr lang="en-US" sz="1200" b="1"/>
              <a:t>Project Summary</a:t>
            </a:r>
          </a:p>
          <a:p>
            <a:r>
              <a:rPr lang="en-US" sz="1200"/>
              <a:t>using React, JavaScript, HTML5, and CSS3 </a:t>
            </a:r>
          </a:p>
          <a:p>
            <a:r>
              <a:rPr lang="en-US" sz="1200"/>
              <a:t>Implemented resDevelopedponsive and modern user interface </a:t>
            </a:r>
          </a:p>
          <a:p>
            <a:r>
              <a:rPr lang="en-US" sz="1200"/>
              <a:t>Integrated shopping cart and checkout functionality </a:t>
            </a:r>
          </a:p>
          <a:p>
            <a:r>
              <a:rPr lang="en-US" sz="1200"/>
              <a:t>Provided user authentication and order management </a:t>
            </a:r>
          </a:p>
          <a:p>
            <a:r>
              <a:rPr lang="en-US" sz="1200"/>
              <a:t>Applied component-based architecture for maintainability </a:t>
            </a:r>
          </a:p>
          <a:p>
            <a:r>
              <a:rPr lang="en-US" sz="1200"/>
              <a:t>Successfully passed functional and responsive testing </a:t>
            </a:r>
          </a:p>
          <a:p>
            <a:endParaRPr lang="en-MA" sz="1200" dirty="0"/>
          </a:p>
        </p:txBody>
      </p:sp>
      <p:pic>
        <p:nvPicPr>
          <p:cNvPr id="5" name="Picture 4" descr="A screenshot of a website&#10;&#10;AI-generated content may be incorrect.">
            <a:extLst>
              <a:ext uri="{FF2B5EF4-FFF2-40B4-BE49-F238E27FC236}">
                <a16:creationId xmlns:a16="http://schemas.microsoft.com/office/drawing/2014/main" id="{A4BCB2C0-878F-6CDF-491F-4208E5C80158}"/>
              </a:ext>
            </a:extLst>
          </p:cNvPr>
          <p:cNvPicPr>
            <a:picLocks noChangeAspect="1"/>
          </p:cNvPicPr>
          <p:nvPr/>
        </p:nvPicPr>
        <p:blipFill>
          <a:blip r:embed="rId2"/>
          <a:stretch>
            <a:fillRect/>
          </a:stretch>
        </p:blipFill>
        <p:spPr>
          <a:xfrm>
            <a:off x="6099048" y="1279532"/>
            <a:ext cx="5458968" cy="4298936"/>
          </a:xfrm>
          <a:prstGeom prst="rect">
            <a:avLst/>
          </a:prstGeom>
        </p:spPr>
      </p:pic>
    </p:spTree>
    <p:extLst>
      <p:ext uri="{BB962C8B-B14F-4D97-AF65-F5344CB8AC3E}">
        <p14:creationId xmlns:p14="http://schemas.microsoft.com/office/powerpoint/2010/main" val="32497088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2583</TotalTime>
  <Words>1247</Words>
  <Application>Microsoft Macintosh PowerPoint</Application>
  <PresentationFormat>Widescreen</PresentationFormat>
  <Paragraphs>274</Paragraphs>
  <Slides>14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Aptos</vt:lpstr>
      <vt:lpstr>Aptos Display</vt:lpstr>
      <vt:lpstr>Arial</vt:lpstr>
      <vt:lpstr>Bangla MN</vt:lpstr>
      <vt:lpstr>Calibri</vt:lpstr>
      <vt:lpstr>Courier New</vt:lpstr>
      <vt:lpstr>Times New Roman</vt:lpstr>
      <vt:lpstr>Office Theme</vt:lpstr>
      <vt:lpstr>PowerPoint Presentation</vt:lpstr>
      <vt:lpstr>Introduction </vt:lpstr>
      <vt:lpstr>Project Objectives</vt:lpstr>
      <vt:lpstr>Requirement Analysis </vt:lpstr>
      <vt:lpstr>System Design</vt:lpstr>
      <vt:lpstr>System Architecture</vt:lpstr>
      <vt:lpstr>Core System Components</vt:lpstr>
      <vt:lpstr>Website Structure</vt:lpstr>
      <vt:lpstr>Implementation </vt:lpstr>
      <vt:lpstr>Testing &amp; Evaluation </vt:lpstr>
      <vt:lpstr>PowerPoint Presentation</vt:lpstr>
      <vt:lpstr>Results &amp; Achievements</vt:lpstr>
      <vt:lpstr>Deployment</vt:lpstr>
      <vt:lpstr>Conclusion &amp; 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t7510</dc:creator>
  <cp:lastModifiedBy>t7510</cp:lastModifiedBy>
  <cp:revision>8</cp:revision>
  <dcterms:created xsi:type="dcterms:W3CDTF">2026-06-06T07:00:27Z</dcterms:created>
  <dcterms:modified xsi:type="dcterms:W3CDTF">2026-06-20T15:17:45Z</dcterms:modified>
</cp:coreProperties>
</file>